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1000A-2B69-4B01-AFD4-7CA939614A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5F9641-14E9-473A-B09D-F011AD2AAA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CD12885-DD10-4986-97E1-FA3DCC13F599}"/>
              </a:ext>
            </a:extLst>
          </p:cNvPr>
          <p:cNvSpPr>
            <a:spLocks noGrp="1"/>
          </p:cNvSpPr>
          <p:nvPr>
            <p:ph type="dt" sz="half" idx="10"/>
          </p:nvPr>
        </p:nvSpPr>
        <p:spPr/>
        <p:txBody>
          <a:bodyPr/>
          <a:lstStyle/>
          <a:p>
            <a:fld id="{A49C7A88-0C61-4DC2-AA83-AF55E200001A}" type="datetimeFigureOut">
              <a:rPr lang="en-IN" smtClean="0"/>
              <a:t>22-03-2021</a:t>
            </a:fld>
            <a:endParaRPr lang="en-IN"/>
          </a:p>
        </p:txBody>
      </p:sp>
      <p:sp>
        <p:nvSpPr>
          <p:cNvPr id="5" name="Footer Placeholder 4">
            <a:extLst>
              <a:ext uri="{FF2B5EF4-FFF2-40B4-BE49-F238E27FC236}">
                <a16:creationId xmlns:a16="http://schemas.microsoft.com/office/drawing/2014/main" id="{C912151E-9ECC-42F2-BF4E-56EA67284C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AE274D-0D0C-4CB8-A5DC-8B0F249762CA}"/>
              </a:ext>
            </a:extLst>
          </p:cNvPr>
          <p:cNvSpPr>
            <a:spLocks noGrp="1"/>
          </p:cNvSpPr>
          <p:nvPr>
            <p:ph type="sldNum" sz="quarter" idx="12"/>
          </p:nvPr>
        </p:nvSpPr>
        <p:spPr/>
        <p:txBody>
          <a:bodyPr/>
          <a:lstStyle/>
          <a:p>
            <a:fld id="{FDE43250-D354-4C47-B002-518AC24F3C08}" type="slidenum">
              <a:rPr lang="en-IN" smtClean="0"/>
              <a:t>‹#›</a:t>
            </a:fld>
            <a:endParaRPr lang="en-IN"/>
          </a:p>
        </p:txBody>
      </p:sp>
    </p:spTree>
    <p:extLst>
      <p:ext uri="{BB962C8B-B14F-4D97-AF65-F5344CB8AC3E}">
        <p14:creationId xmlns:p14="http://schemas.microsoft.com/office/powerpoint/2010/main" val="2458025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EB38A-E8E3-4256-B2BE-AE9AE7B954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300585-1DE8-4175-A888-864377E5F1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5B3FFA-ACB7-4D86-8FEF-046926E61013}"/>
              </a:ext>
            </a:extLst>
          </p:cNvPr>
          <p:cNvSpPr>
            <a:spLocks noGrp="1"/>
          </p:cNvSpPr>
          <p:nvPr>
            <p:ph type="dt" sz="half" idx="10"/>
          </p:nvPr>
        </p:nvSpPr>
        <p:spPr/>
        <p:txBody>
          <a:bodyPr/>
          <a:lstStyle/>
          <a:p>
            <a:fld id="{A49C7A88-0C61-4DC2-AA83-AF55E200001A}" type="datetimeFigureOut">
              <a:rPr lang="en-IN" smtClean="0"/>
              <a:t>22-03-2021</a:t>
            </a:fld>
            <a:endParaRPr lang="en-IN"/>
          </a:p>
        </p:txBody>
      </p:sp>
      <p:sp>
        <p:nvSpPr>
          <p:cNvPr id="5" name="Footer Placeholder 4">
            <a:extLst>
              <a:ext uri="{FF2B5EF4-FFF2-40B4-BE49-F238E27FC236}">
                <a16:creationId xmlns:a16="http://schemas.microsoft.com/office/drawing/2014/main" id="{33F014C0-9AA8-4433-9652-FB846BF792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FE9AF7-F090-4351-952B-C1FD7F613199}"/>
              </a:ext>
            </a:extLst>
          </p:cNvPr>
          <p:cNvSpPr>
            <a:spLocks noGrp="1"/>
          </p:cNvSpPr>
          <p:nvPr>
            <p:ph type="sldNum" sz="quarter" idx="12"/>
          </p:nvPr>
        </p:nvSpPr>
        <p:spPr/>
        <p:txBody>
          <a:bodyPr/>
          <a:lstStyle/>
          <a:p>
            <a:fld id="{FDE43250-D354-4C47-B002-518AC24F3C08}" type="slidenum">
              <a:rPr lang="en-IN" smtClean="0"/>
              <a:t>‹#›</a:t>
            </a:fld>
            <a:endParaRPr lang="en-IN"/>
          </a:p>
        </p:txBody>
      </p:sp>
    </p:spTree>
    <p:extLst>
      <p:ext uri="{BB962C8B-B14F-4D97-AF65-F5344CB8AC3E}">
        <p14:creationId xmlns:p14="http://schemas.microsoft.com/office/powerpoint/2010/main" val="4179032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F1DFA-8454-4F49-B2CB-896CCA144B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3D134D-6813-4973-89C8-4F8C7FE9B0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49DEFB-D98A-40C0-B6F7-D335499AA3F9}"/>
              </a:ext>
            </a:extLst>
          </p:cNvPr>
          <p:cNvSpPr>
            <a:spLocks noGrp="1"/>
          </p:cNvSpPr>
          <p:nvPr>
            <p:ph type="dt" sz="half" idx="10"/>
          </p:nvPr>
        </p:nvSpPr>
        <p:spPr/>
        <p:txBody>
          <a:bodyPr/>
          <a:lstStyle/>
          <a:p>
            <a:fld id="{A49C7A88-0C61-4DC2-AA83-AF55E200001A}" type="datetimeFigureOut">
              <a:rPr lang="en-IN" smtClean="0"/>
              <a:t>22-03-2021</a:t>
            </a:fld>
            <a:endParaRPr lang="en-IN"/>
          </a:p>
        </p:txBody>
      </p:sp>
      <p:sp>
        <p:nvSpPr>
          <p:cNvPr id="5" name="Footer Placeholder 4">
            <a:extLst>
              <a:ext uri="{FF2B5EF4-FFF2-40B4-BE49-F238E27FC236}">
                <a16:creationId xmlns:a16="http://schemas.microsoft.com/office/drawing/2014/main" id="{25129DC8-1F30-4BF5-A9E1-43C83CFE5D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B265E4-178F-497C-852B-A651E2BDB588}"/>
              </a:ext>
            </a:extLst>
          </p:cNvPr>
          <p:cNvSpPr>
            <a:spLocks noGrp="1"/>
          </p:cNvSpPr>
          <p:nvPr>
            <p:ph type="sldNum" sz="quarter" idx="12"/>
          </p:nvPr>
        </p:nvSpPr>
        <p:spPr/>
        <p:txBody>
          <a:bodyPr/>
          <a:lstStyle/>
          <a:p>
            <a:fld id="{FDE43250-D354-4C47-B002-518AC24F3C08}" type="slidenum">
              <a:rPr lang="en-IN" smtClean="0"/>
              <a:t>‹#›</a:t>
            </a:fld>
            <a:endParaRPr lang="en-IN"/>
          </a:p>
        </p:txBody>
      </p:sp>
    </p:spTree>
    <p:extLst>
      <p:ext uri="{BB962C8B-B14F-4D97-AF65-F5344CB8AC3E}">
        <p14:creationId xmlns:p14="http://schemas.microsoft.com/office/powerpoint/2010/main" val="855816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58485-097B-458E-B403-D8682A5C25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9F7184-12D3-4FD9-B87C-5E888A8B81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6FD01F0-04B3-4D08-A480-0A4111DF66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B488AD1-2694-465C-AB03-2A937DAF3086}"/>
              </a:ext>
            </a:extLst>
          </p:cNvPr>
          <p:cNvSpPr>
            <a:spLocks noGrp="1"/>
          </p:cNvSpPr>
          <p:nvPr>
            <p:ph type="dt" sz="half" idx="10"/>
          </p:nvPr>
        </p:nvSpPr>
        <p:spPr/>
        <p:txBody>
          <a:bodyPr/>
          <a:lstStyle/>
          <a:p>
            <a:fld id="{A49C7A88-0C61-4DC2-AA83-AF55E200001A}" type="datetimeFigureOut">
              <a:rPr lang="en-IN" smtClean="0"/>
              <a:t>22-03-2021</a:t>
            </a:fld>
            <a:endParaRPr lang="en-IN"/>
          </a:p>
        </p:txBody>
      </p:sp>
      <p:sp>
        <p:nvSpPr>
          <p:cNvPr id="6" name="Footer Placeholder 5">
            <a:extLst>
              <a:ext uri="{FF2B5EF4-FFF2-40B4-BE49-F238E27FC236}">
                <a16:creationId xmlns:a16="http://schemas.microsoft.com/office/drawing/2014/main" id="{95F050EB-E671-4F7C-9990-F164013553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C237EF-EB4A-4D73-B2C8-C8FD792EE925}"/>
              </a:ext>
            </a:extLst>
          </p:cNvPr>
          <p:cNvSpPr>
            <a:spLocks noGrp="1"/>
          </p:cNvSpPr>
          <p:nvPr>
            <p:ph type="sldNum" sz="quarter" idx="12"/>
          </p:nvPr>
        </p:nvSpPr>
        <p:spPr/>
        <p:txBody>
          <a:bodyPr/>
          <a:lstStyle/>
          <a:p>
            <a:fld id="{FDE43250-D354-4C47-B002-518AC24F3C08}" type="slidenum">
              <a:rPr lang="en-IN" smtClean="0"/>
              <a:t>‹#›</a:t>
            </a:fld>
            <a:endParaRPr lang="en-IN"/>
          </a:p>
        </p:txBody>
      </p:sp>
    </p:spTree>
    <p:extLst>
      <p:ext uri="{BB962C8B-B14F-4D97-AF65-F5344CB8AC3E}">
        <p14:creationId xmlns:p14="http://schemas.microsoft.com/office/powerpoint/2010/main" val="2844790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4154-5BE8-416B-8154-1A42295C08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0541E9-BC13-4950-BB8C-FD6D886873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113BF0-4C88-44AE-BB41-B26E0F5BCC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B7C1FD-FD70-411C-857F-AB4DBA252F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C1BA87-0E9D-4F94-949E-D90476A762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13F4982-8EB4-40C2-A6C6-B20751E986D9}"/>
              </a:ext>
            </a:extLst>
          </p:cNvPr>
          <p:cNvSpPr>
            <a:spLocks noGrp="1"/>
          </p:cNvSpPr>
          <p:nvPr>
            <p:ph type="dt" sz="half" idx="10"/>
          </p:nvPr>
        </p:nvSpPr>
        <p:spPr/>
        <p:txBody>
          <a:bodyPr/>
          <a:lstStyle/>
          <a:p>
            <a:fld id="{A49C7A88-0C61-4DC2-AA83-AF55E200001A}" type="datetimeFigureOut">
              <a:rPr lang="en-IN" smtClean="0"/>
              <a:t>22-03-2021</a:t>
            </a:fld>
            <a:endParaRPr lang="en-IN"/>
          </a:p>
        </p:txBody>
      </p:sp>
      <p:sp>
        <p:nvSpPr>
          <p:cNvPr id="8" name="Footer Placeholder 7">
            <a:extLst>
              <a:ext uri="{FF2B5EF4-FFF2-40B4-BE49-F238E27FC236}">
                <a16:creationId xmlns:a16="http://schemas.microsoft.com/office/drawing/2014/main" id="{E069CDBB-C950-416D-8C71-02FFD6137D7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E3CC830-032A-422F-90D9-DCFF66E733C7}"/>
              </a:ext>
            </a:extLst>
          </p:cNvPr>
          <p:cNvSpPr>
            <a:spLocks noGrp="1"/>
          </p:cNvSpPr>
          <p:nvPr>
            <p:ph type="sldNum" sz="quarter" idx="12"/>
          </p:nvPr>
        </p:nvSpPr>
        <p:spPr/>
        <p:txBody>
          <a:bodyPr/>
          <a:lstStyle/>
          <a:p>
            <a:fld id="{FDE43250-D354-4C47-B002-518AC24F3C08}" type="slidenum">
              <a:rPr lang="en-IN" smtClean="0"/>
              <a:t>‹#›</a:t>
            </a:fld>
            <a:endParaRPr lang="en-IN"/>
          </a:p>
        </p:txBody>
      </p:sp>
    </p:spTree>
    <p:extLst>
      <p:ext uri="{BB962C8B-B14F-4D97-AF65-F5344CB8AC3E}">
        <p14:creationId xmlns:p14="http://schemas.microsoft.com/office/powerpoint/2010/main" val="3964197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41180-1140-4959-B5DA-9F3ABCA0EA0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37A8CD-887F-42CB-9C22-C5301BF07068}"/>
              </a:ext>
            </a:extLst>
          </p:cNvPr>
          <p:cNvSpPr>
            <a:spLocks noGrp="1"/>
          </p:cNvSpPr>
          <p:nvPr>
            <p:ph type="dt" sz="half" idx="10"/>
          </p:nvPr>
        </p:nvSpPr>
        <p:spPr/>
        <p:txBody>
          <a:bodyPr/>
          <a:lstStyle/>
          <a:p>
            <a:fld id="{A49C7A88-0C61-4DC2-AA83-AF55E200001A}" type="datetimeFigureOut">
              <a:rPr lang="en-IN" smtClean="0"/>
              <a:t>22-03-2021</a:t>
            </a:fld>
            <a:endParaRPr lang="en-IN"/>
          </a:p>
        </p:txBody>
      </p:sp>
      <p:sp>
        <p:nvSpPr>
          <p:cNvPr id="4" name="Footer Placeholder 3">
            <a:extLst>
              <a:ext uri="{FF2B5EF4-FFF2-40B4-BE49-F238E27FC236}">
                <a16:creationId xmlns:a16="http://schemas.microsoft.com/office/drawing/2014/main" id="{DA50DF74-300C-4C93-A619-44900CA41CF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F74A66B-705B-4BD9-A9F4-377F44064D0E}"/>
              </a:ext>
            </a:extLst>
          </p:cNvPr>
          <p:cNvSpPr>
            <a:spLocks noGrp="1"/>
          </p:cNvSpPr>
          <p:nvPr>
            <p:ph type="sldNum" sz="quarter" idx="12"/>
          </p:nvPr>
        </p:nvSpPr>
        <p:spPr/>
        <p:txBody>
          <a:bodyPr/>
          <a:lstStyle/>
          <a:p>
            <a:fld id="{FDE43250-D354-4C47-B002-518AC24F3C08}" type="slidenum">
              <a:rPr lang="en-IN" smtClean="0"/>
              <a:t>‹#›</a:t>
            </a:fld>
            <a:endParaRPr lang="en-IN"/>
          </a:p>
        </p:txBody>
      </p:sp>
    </p:spTree>
    <p:extLst>
      <p:ext uri="{BB962C8B-B14F-4D97-AF65-F5344CB8AC3E}">
        <p14:creationId xmlns:p14="http://schemas.microsoft.com/office/powerpoint/2010/main" val="3360875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EED9DA-0518-4A43-835F-E318284E77F2}"/>
              </a:ext>
            </a:extLst>
          </p:cNvPr>
          <p:cNvSpPr>
            <a:spLocks noGrp="1"/>
          </p:cNvSpPr>
          <p:nvPr>
            <p:ph type="dt" sz="half" idx="10"/>
          </p:nvPr>
        </p:nvSpPr>
        <p:spPr/>
        <p:txBody>
          <a:bodyPr/>
          <a:lstStyle/>
          <a:p>
            <a:fld id="{A49C7A88-0C61-4DC2-AA83-AF55E200001A}" type="datetimeFigureOut">
              <a:rPr lang="en-IN" smtClean="0"/>
              <a:t>22-03-2021</a:t>
            </a:fld>
            <a:endParaRPr lang="en-IN"/>
          </a:p>
        </p:txBody>
      </p:sp>
      <p:sp>
        <p:nvSpPr>
          <p:cNvPr id="3" name="Footer Placeholder 2">
            <a:extLst>
              <a:ext uri="{FF2B5EF4-FFF2-40B4-BE49-F238E27FC236}">
                <a16:creationId xmlns:a16="http://schemas.microsoft.com/office/drawing/2014/main" id="{848A02B4-FDE8-43A9-BA26-0C50A45129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53AB957-DADD-45D2-9E0A-FD4A84349CDB}"/>
              </a:ext>
            </a:extLst>
          </p:cNvPr>
          <p:cNvSpPr>
            <a:spLocks noGrp="1"/>
          </p:cNvSpPr>
          <p:nvPr>
            <p:ph type="sldNum" sz="quarter" idx="12"/>
          </p:nvPr>
        </p:nvSpPr>
        <p:spPr/>
        <p:txBody>
          <a:bodyPr/>
          <a:lstStyle/>
          <a:p>
            <a:fld id="{FDE43250-D354-4C47-B002-518AC24F3C08}" type="slidenum">
              <a:rPr lang="en-IN" smtClean="0"/>
              <a:t>‹#›</a:t>
            </a:fld>
            <a:endParaRPr lang="en-IN"/>
          </a:p>
        </p:txBody>
      </p:sp>
    </p:spTree>
    <p:extLst>
      <p:ext uri="{BB962C8B-B14F-4D97-AF65-F5344CB8AC3E}">
        <p14:creationId xmlns:p14="http://schemas.microsoft.com/office/powerpoint/2010/main" val="3630250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4B698-67C7-4B18-8417-0529D4ED11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4E619E0-E5F4-4193-B325-DE48027C79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8844710-1E23-4355-B7AD-02150DEC78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3CC20-4A25-4976-8705-D88831CE7043}"/>
              </a:ext>
            </a:extLst>
          </p:cNvPr>
          <p:cNvSpPr>
            <a:spLocks noGrp="1"/>
          </p:cNvSpPr>
          <p:nvPr>
            <p:ph type="dt" sz="half" idx="10"/>
          </p:nvPr>
        </p:nvSpPr>
        <p:spPr/>
        <p:txBody>
          <a:bodyPr/>
          <a:lstStyle/>
          <a:p>
            <a:fld id="{A49C7A88-0C61-4DC2-AA83-AF55E200001A}" type="datetimeFigureOut">
              <a:rPr lang="en-IN" smtClean="0"/>
              <a:t>22-03-2021</a:t>
            </a:fld>
            <a:endParaRPr lang="en-IN"/>
          </a:p>
        </p:txBody>
      </p:sp>
      <p:sp>
        <p:nvSpPr>
          <p:cNvPr id="6" name="Footer Placeholder 5">
            <a:extLst>
              <a:ext uri="{FF2B5EF4-FFF2-40B4-BE49-F238E27FC236}">
                <a16:creationId xmlns:a16="http://schemas.microsoft.com/office/drawing/2014/main" id="{FE7DE549-DFB0-4808-B740-2BA8A8F616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420111-B3BC-4BC4-982A-804D3264145B}"/>
              </a:ext>
            </a:extLst>
          </p:cNvPr>
          <p:cNvSpPr>
            <a:spLocks noGrp="1"/>
          </p:cNvSpPr>
          <p:nvPr>
            <p:ph type="sldNum" sz="quarter" idx="12"/>
          </p:nvPr>
        </p:nvSpPr>
        <p:spPr/>
        <p:txBody>
          <a:bodyPr/>
          <a:lstStyle/>
          <a:p>
            <a:fld id="{FDE43250-D354-4C47-B002-518AC24F3C08}" type="slidenum">
              <a:rPr lang="en-IN" smtClean="0"/>
              <a:t>‹#›</a:t>
            </a:fld>
            <a:endParaRPr lang="en-IN"/>
          </a:p>
        </p:txBody>
      </p:sp>
    </p:spTree>
    <p:extLst>
      <p:ext uri="{BB962C8B-B14F-4D97-AF65-F5344CB8AC3E}">
        <p14:creationId xmlns:p14="http://schemas.microsoft.com/office/powerpoint/2010/main" val="1370226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7A46D-6B85-402A-8F9A-95A22C9A90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E3D75A-3B03-4520-9A31-1580D4E777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84930B9-50C7-4495-A4BF-9202C514D6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DA4FE-2715-4A5A-8977-D0F52B0324FE}"/>
              </a:ext>
            </a:extLst>
          </p:cNvPr>
          <p:cNvSpPr>
            <a:spLocks noGrp="1"/>
          </p:cNvSpPr>
          <p:nvPr>
            <p:ph type="dt" sz="half" idx="10"/>
          </p:nvPr>
        </p:nvSpPr>
        <p:spPr/>
        <p:txBody>
          <a:bodyPr/>
          <a:lstStyle/>
          <a:p>
            <a:fld id="{A49C7A88-0C61-4DC2-AA83-AF55E200001A}" type="datetimeFigureOut">
              <a:rPr lang="en-IN" smtClean="0"/>
              <a:t>22-03-2021</a:t>
            </a:fld>
            <a:endParaRPr lang="en-IN"/>
          </a:p>
        </p:txBody>
      </p:sp>
      <p:sp>
        <p:nvSpPr>
          <p:cNvPr id="6" name="Footer Placeholder 5">
            <a:extLst>
              <a:ext uri="{FF2B5EF4-FFF2-40B4-BE49-F238E27FC236}">
                <a16:creationId xmlns:a16="http://schemas.microsoft.com/office/drawing/2014/main" id="{47730A0B-9FF6-4010-8337-F770E66E76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40C386-03CA-4BBB-AA42-379E78500DBD}"/>
              </a:ext>
            </a:extLst>
          </p:cNvPr>
          <p:cNvSpPr>
            <a:spLocks noGrp="1"/>
          </p:cNvSpPr>
          <p:nvPr>
            <p:ph type="sldNum" sz="quarter" idx="12"/>
          </p:nvPr>
        </p:nvSpPr>
        <p:spPr/>
        <p:txBody>
          <a:bodyPr/>
          <a:lstStyle/>
          <a:p>
            <a:fld id="{FDE43250-D354-4C47-B002-518AC24F3C08}" type="slidenum">
              <a:rPr lang="en-IN" smtClean="0"/>
              <a:t>‹#›</a:t>
            </a:fld>
            <a:endParaRPr lang="en-IN"/>
          </a:p>
        </p:txBody>
      </p:sp>
    </p:spTree>
    <p:extLst>
      <p:ext uri="{BB962C8B-B14F-4D97-AF65-F5344CB8AC3E}">
        <p14:creationId xmlns:p14="http://schemas.microsoft.com/office/powerpoint/2010/main" val="2807267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DC4A5-9C56-4FC6-870C-897A2743CC9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27AECE-7BA3-4A87-921F-191B514D8E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1CBB30-2662-472D-B3FA-5F064EE9BA89}"/>
              </a:ext>
            </a:extLst>
          </p:cNvPr>
          <p:cNvSpPr>
            <a:spLocks noGrp="1"/>
          </p:cNvSpPr>
          <p:nvPr>
            <p:ph type="dt" sz="half" idx="10"/>
          </p:nvPr>
        </p:nvSpPr>
        <p:spPr/>
        <p:txBody>
          <a:bodyPr/>
          <a:lstStyle/>
          <a:p>
            <a:fld id="{A49C7A88-0C61-4DC2-AA83-AF55E200001A}" type="datetimeFigureOut">
              <a:rPr lang="en-IN" smtClean="0"/>
              <a:t>22-03-2021</a:t>
            </a:fld>
            <a:endParaRPr lang="en-IN"/>
          </a:p>
        </p:txBody>
      </p:sp>
      <p:sp>
        <p:nvSpPr>
          <p:cNvPr id="5" name="Footer Placeholder 4">
            <a:extLst>
              <a:ext uri="{FF2B5EF4-FFF2-40B4-BE49-F238E27FC236}">
                <a16:creationId xmlns:a16="http://schemas.microsoft.com/office/drawing/2014/main" id="{DE226BDD-9A37-4318-AA26-3306BBB1D8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B045E3-1F39-46E9-A677-489C4C342085}"/>
              </a:ext>
            </a:extLst>
          </p:cNvPr>
          <p:cNvSpPr>
            <a:spLocks noGrp="1"/>
          </p:cNvSpPr>
          <p:nvPr>
            <p:ph type="sldNum" sz="quarter" idx="12"/>
          </p:nvPr>
        </p:nvSpPr>
        <p:spPr/>
        <p:txBody>
          <a:bodyPr/>
          <a:lstStyle/>
          <a:p>
            <a:fld id="{FDE43250-D354-4C47-B002-518AC24F3C08}" type="slidenum">
              <a:rPr lang="en-IN" smtClean="0"/>
              <a:t>‹#›</a:t>
            </a:fld>
            <a:endParaRPr lang="en-IN"/>
          </a:p>
        </p:txBody>
      </p:sp>
    </p:spTree>
    <p:extLst>
      <p:ext uri="{BB962C8B-B14F-4D97-AF65-F5344CB8AC3E}">
        <p14:creationId xmlns:p14="http://schemas.microsoft.com/office/powerpoint/2010/main" val="1293787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102BB2-860E-4CB8-A004-014B1030DB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45E3A6-FC95-4D0E-979D-1A09710C05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CABBF6-B88D-4C46-92D7-C2F31DD98353}"/>
              </a:ext>
            </a:extLst>
          </p:cNvPr>
          <p:cNvSpPr>
            <a:spLocks noGrp="1"/>
          </p:cNvSpPr>
          <p:nvPr>
            <p:ph type="dt" sz="half" idx="10"/>
          </p:nvPr>
        </p:nvSpPr>
        <p:spPr/>
        <p:txBody>
          <a:bodyPr/>
          <a:lstStyle/>
          <a:p>
            <a:fld id="{A49C7A88-0C61-4DC2-AA83-AF55E200001A}" type="datetimeFigureOut">
              <a:rPr lang="en-IN" smtClean="0"/>
              <a:t>22-03-2021</a:t>
            </a:fld>
            <a:endParaRPr lang="en-IN"/>
          </a:p>
        </p:txBody>
      </p:sp>
      <p:sp>
        <p:nvSpPr>
          <p:cNvPr id="5" name="Footer Placeholder 4">
            <a:extLst>
              <a:ext uri="{FF2B5EF4-FFF2-40B4-BE49-F238E27FC236}">
                <a16:creationId xmlns:a16="http://schemas.microsoft.com/office/drawing/2014/main" id="{969AFFA1-E7D5-4CB7-AEE0-494F6CC887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B690A1-18CD-4476-9063-5A73F6835FE1}"/>
              </a:ext>
            </a:extLst>
          </p:cNvPr>
          <p:cNvSpPr>
            <a:spLocks noGrp="1"/>
          </p:cNvSpPr>
          <p:nvPr>
            <p:ph type="sldNum" sz="quarter" idx="12"/>
          </p:nvPr>
        </p:nvSpPr>
        <p:spPr/>
        <p:txBody>
          <a:bodyPr/>
          <a:lstStyle/>
          <a:p>
            <a:fld id="{FDE43250-D354-4C47-B002-518AC24F3C08}" type="slidenum">
              <a:rPr lang="en-IN" smtClean="0"/>
              <a:t>‹#›</a:t>
            </a:fld>
            <a:endParaRPr lang="en-IN"/>
          </a:p>
        </p:txBody>
      </p:sp>
    </p:spTree>
    <p:extLst>
      <p:ext uri="{BB962C8B-B14F-4D97-AF65-F5344CB8AC3E}">
        <p14:creationId xmlns:p14="http://schemas.microsoft.com/office/powerpoint/2010/main" val="761011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763137-5F91-4CB6-B68B-5BFDDF15E9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86EA76-6C88-48C8-B626-17FCC2AF06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D34050-E8E5-4574-8931-E267D9899E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9C7A88-0C61-4DC2-AA83-AF55E200001A}" type="datetimeFigureOut">
              <a:rPr lang="en-IN" smtClean="0"/>
              <a:t>22-03-2021</a:t>
            </a:fld>
            <a:endParaRPr lang="en-IN"/>
          </a:p>
        </p:txBody>
      </p:sp>
      <p:sp>
        <p:nvSpPr>
          <p:cNvPr id="5" name="Footer Placeholder 4">
            <a:extLst>
              <a:ext uri="{FF2B5EF4-FFF2-40B4-BE49-F238E27FC236}">
                <a16:creationId xmlns:a16="http://schemas.microsoft.com/office/drawing/2014/main" id="{E8D77FF0-902B-42CB-82E5-18D18BCF1D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C848AA9-EAF7-41F9-BC86-B325FD947F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E43250-D354-4C47-B002-518AC24F3C08}" type="slidenum">
              <a:rPr lang="en-IN" smtClean="0"/>
              <a:t>‹#›</a:t>
            </a:fld>
            <a:endParaRPr lang="en-IN"/>
          </a:p>
        </p:txBody>
      </p:sp>
    </p:spTree>
    <p:extLst>
      <p:ext uri="{BB962C8B-B14F-4D97-AF65-F5344CB8AC3E}">
        <p14:creationId xmlns:p14="http://schemas.microsoft.com/office/powerpoint/2010/main" val="270095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75021A-9AE1-4B00-8522-297DCD630D42}"/>
              </a:ext>
            </a:extLst>
          </p:cNvPr>
          <p:cNvSpPr txBox="1"/>
          <p:nvPr/>
        </p:nvSpPr>
        <p:spPr>
          <a:xfrm>
            <a:off x="496888" y="306388"/>
            <a:ext cx="10839450" cy="1508105"/>
          </a:xfrm>
          <a:prstGeom prst="rect">
            <a:avLst/>
          </a:prstGeom>
          <a:noFill/>
        </p:spPr>
        <p:txBody>
          <a:bodyPr wrap="square" rtlCol="0">
            <a:spAutoFit/>
          </a:bodyPr>
          <a:lstStyle/>
          <a:p>
            <a:r>
              <a:rPr lang="en-IN" sz="2400" dirty="0"/>
              <a:t>Algorithm Selection :</a:t>
            </a:r>
          </a:p>
          <a:p>
            <a:endParaRPr lang="en-IN" sz="2400" dirty="0"/>
          </a:p>
          <a:p>
            <a:pPr marL="342900" indent="-342900">
              <a:buAutoNum type="arabicPeriod"/>
            </a:pPr>
            <a:r>
              <a:rPr lang="en-IN" sz="2400" dirty="0"/>
              <a:t>Least Mean Square Filter (LSM) :</a:t>
            </a:r>
          </a:p>
          <a:p>
            <a:r>
              <a:rPr lang="en-IN" sz="2000" dirty="0"/>
              <a:t>       </a:t>
            </a:r>
          </a:p>
        </p:txBody>
      </p:sp>
      <p:sp>
        <p:nvSpPr>
          <p:cNvPr id="4" name="AutoShape 2" descr="(R^{-1}P)">
            <a:extLst>
              <a:ext uri="{FF2B5EF4-FFF2-40B4-BE49-F238E27FC236}">
                <a16:creationId xmlns:a16="http://schemas.microsoft.com/office/drawing/2014/main" id="{9AAAA94B-1059-4C5E-98F1-7CB26D04B08B}"/>
              </a:ext>
            </a:extLst>
          </p:cNvPr>
          <p:cNvSpPr>
            <a:spLocks noChangeAspect="1" noChangeArrowheads="1"/>
          </p:cNvSpPr>
          <p:nvPr/>
        </p:nvSpPr>
        <p:spPr bwMode="auto">
          <a:xfrm>
            <a:off x="4203700" y="114619"/>
            <a:ext cx="304800" cy="45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mc:AlternateContent xmlns:mc="http://schemas.openxmlformats.org/markup-compatibility/2006">
        <mc:Choice xmlns:a14="http://schemas.microsoft.com/office/drawing/2010/main" Requires="a14">
          <p:sp>
            <p:nvSpPr>
              <p:cNvPr id="5" name="Rectangle 1">
                <a:extLst>
                  <a:ext uri="{FF2B5EF4-FFF2-40B4-BE49-F238E27FC236}">
                    <a16:creationId xmlns:a16="http://schemas.microsoft.com/office/drawing/2014/main" id="{BB010CF3-28DA-4BD3-B0DA-007FD566AF2D}"/>
                  </a:ext>
                </a:extLst>
              </p:cNvPr>
              <p:cNvSpPr>
                <a:spLocks noChangeArrowheads="1"/>
              </p:cNvSpPr>
              <p:nvPr/>
            </p:nvSpPr>
            <p:spPr bwMode="auto">
              <a:xfrm rot="10800000" flipV="1">
                <a:off x="344487" y="1915069"/>
                <a:ext cx="11350623" cy="409342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lumMod val="65000"/>
                        <a:lumOff val="35000"/>
                      </a:schemeClr>
                    </a:solidFill>
                    <a:effectLst/>
                    <a:latin typeface="Century Gothic" panose="020B0502020202020204" pitchFamily="34" charset="0"/>
                    <a:cs typeface="Arial" panose="020B0604020202020204" pitchFamily="34" charset="0"/>
                  </a:rPr>
                  <a:t>The basic idea behind LMS filter is to approach the optimum filter weights (R^-1 P), by updating the filter weights in a manner to converge to the optimum filter weight. This is based on the gradient descent algorithm. The algorithm starts by assuming small weights (zero in most cases) and, at each step, by finding the gradient of the mean square error, the weights are updated.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lumMod val="65000"/>
                        <a:lumOff val="35000"/>
                      </a:schemeClr>
                    </a:solidFill>
                    <a:effectLst/>
                    <a:latin typeface="Century Gothic" panose="020B0502020202020204" pitchFamily="34" charset="0"/>
                    <a:cs typeface="Arial" panose="020B0604020202020204" pitchFamily="34" charset="0"/>
                  </a:rPr>
                  <a:t>That is, if the MSE-gradient is positive, it implies the error would keep increasing positively if the same weight is used for further iterations, which means we need to reduce the weights. In the same way, if the gradient is negative, we need to increase the weights.</a:t>
                </a:r>
                <a:r>
                  <a:rPr kumimoji="0" lang="en-US" altLang="en-US" b="0" i="0" u="none" strike="noStrike" cap="none" normalizeH="0" baseline="0" dirty="0">
                    <a:ln>
                      <a:noFill/>
                    </a:ln>
                    <a:solidFill>
                      <a:schemeClr val="tx1">
                        <a:lumMod val="65000"/>
                        <a:lumOff val="35000"/>
                      </a:schemeClr>
                    </a:solidFill>
                    <a:effectLst/>
                    <a:latin typeface="Century Gothic" panose="020B0502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14:m>
                  <m:oMath xmlns:m="http://schemas.openxmlformats.org/officeDocument/2006/math">
                    <m:sSub>
                      <m:sSubPr>
                        <m:ctrlPr>
                          <a:rPr kumimoji="0" lang="en-US" altLang="en-US" b="0" i="1" u="none" strike="noStrike" cap="none" normalizeH="0" baseline="0" smtClean="0">
                            <a:ln>
                              <a:noFill/>
                            </a:ln>
                            <a:solidFill>
                              <a:schemeClr val="tx1">
                                <a:lumMod val="75000"/>
                                <a:lumOff val="25000"/>
                              </a:schemeClr>
                            </a:solidFill>
                            <a:effectLst/>
                            <a:latin typeface="Cambria Math" panose="02040503050406030204" pitchFamily="18" charset="0"/>
                          </a:rPr>
                        </m:ctrlPr>
                      </m:sSubPr>
                      <m:e>
                        <m: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rPr>
                          <m:t>𝑊</m:t>
                        </m:r>
                      </m:e>
                      <m:sub>
                        <m: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rPr>
                          <m:t>𝑛</m:t>
                        </m:r>
                        <m: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rPr>
                          <m:t>+1</m:t>
                        </m:r>
                      </m:sub>
                    </m:sSub>
                  </m:oMath>
                </a14:m>
                <a:r>
                  <a:rPr kumimoji="0" lang="en-US" altLang="en-US" b="0" i="0" u="none" strike="noStrike" cap="none" normalizeH="0" dirty="0">
                    <a:ln>
                      <a:noFill/>
                    </a:ln>
                    <a:solidFill>
                      <a:schemeClr val="tx1">
                        <a:lumMod val="75000"/>
                        <a:lumOff val="25000"/>
                      </a:schemeClr>
                    </a:solidFill>
                    <a:effectLst/>
                    <a:latin typeface="Century Gothic" panose="020B0502020202020204" pitchFamily="34" charset="0"/>
                  </a:rPr>
                  <a:t> </a:t>
                </a:r>
                <a14:m>
                  <m:oMath xmlns:m="http://schemas.openxmlformats.org/officeDocument/2006/math">
                    <m: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rPr>
                      <m:t>=  </m:t>
                    </m:r>
                    <m:sSub>
                      <m:sSubPr>
                        <m:ctrlP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rPr>
                        </m:ctrlPr>
                      </m:sSubPr>
                      <m:e>
                        <m: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rPr>
                          <m:t>𝑊</m:t>
                        </m:r>
                      </m:e>
                      <m:sub>
                        <m: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rPr>
                          <m:t>𝑛</m:t>
                        </m:r>
                        <m: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rPr>
                          <m:t> </m:t>
                        </m:r>
                      </m:sub>
                    </m:sSub>
                    <m: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rPr>
                      <m:t>− µ</m:t>
                    </m:r>
                    <m:r>
                      <m:rPr>
                        <m:sty m:val="p"/>
                      </m:rP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ea typeface="Cambria Math" panose="02040503050406030204" pitchFamily="18" charset="0"/>
                      </a:rPr>
                      <m:t>∇</m:t>
                    </m:r>
                    <m: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ea typeface="Cambria Math" panose="02040503050406030204" pitchFamily="18" charset="0"/>
                      </a:rPr>
                      <m:t>𝜀</m:t>
                    </m:r>
                    <m:d>
                      <m:dPr>
                        <m:begChr m:val="["/>
                        <m:endChr m:val="]"/>
                        <m:ctrlP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ea typeface="Cambria Math" panose="02040503050406030204" pitchFamily="18" charset="0"/>
                          </a:rPr>
                        </m:ctrlPr>
                      </m:dPr>
                      <m:e>
                        <m: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ea typeface="Cambria Math" panose="02040503050406030204" pitchFamily="18" charset="0"/>
                          </a:rPr>
                          <m:t>𝑛</m:t>
                        </m:r>
                      </m:e>
                    </m:d>
                  </m:oMath>
                </a14:m>
                <a:endParaRPr kumimoji="0" lang="en-US" altLang="en-US" b="0" i="0" u="none" strike="noStrike" cap="none" normalizeH="0" baseline="0" dirty="0">
                  <a:ln>
                    <a:noFill/>
                  </a:ln>
                  <a:solidFill>
                    <a:schemeClr val="tx1">
                      <a:lumMod val="75000"/>
                      <a:lumOff val="25000"/>
                    </a:schemeClr>
                  </a:solidFill>
                  <a:effectLst/>
                  <a:latin typeface="Century Gothic" panose="020B0502020202020204" pitchFamily="34" charset="0"/>
                </a:endParaRPr>
              </a:p>
              <a:p>
                <a:pPr marR="0" lvl="0" algn="l" defTabSz="914400" rtl="0" eaLnBrk="0" fontAlgn="base" latinLnBrk="0" hangingPunct="0">
                  <a:lnSpc>
                    <a:spcPct val="100000"/>
                  </a:lnSpc>
                  <a:spcBef>
                    <a:spcPct val="0"/>
                  </a:spcBef>
                  <a:spcAft>
                    <a:spcPct val="0"/>
                  </a:spcAft>
                  <a:buClrTx/>
                  <a:buSzTx/>
                  <a:tabLst/>
                </a:pPr>
                <a:r>
                  <a:rPr lang="en-US" altLang="en-US">
                    <a:solidFill>
                      <a:schemeClr val="tx1">
                        <a:lumMod val="75000"/>
                        <a:lumOff val="25000"/>
                      </a:schemeClr>
                    </a:solidFill>
                    <a:latin typeface="Century Gothic" panose="020B0502020202020204" pitchFamily="34" charset="0"/>
                    <a:ea typeface="Cambria Math" panose="02040503050406030204" pitchFamily="18" charset="0"/>
                  </a:rPr>
                  <a:t>     where</a:t>
                </a:r>
                <a:r>
                  <a:rPr kumimoji="0" lang="en-US" altLang="en-US" b="0" u="none" strike="noStrike" cap="none" normalizeH="0">
                    <a:ln>
                      <a:noFill/>
                    </a:ln>
                    <a:solidFill>
                      <a:schemeClr val="tx1">
                        <a:lumMod val="75000"/>
                        <a:lumOff val="25000"/>
                      </a:schemeClr>
                    </a:solidFill>
                    <a:effectLst/>
                    <a:latin typeface="Century Gothic" panose="020B0502020202020204" pitchFamily="34" charset="0"/>
                    <a:ea typeface="Cambria Math" panose="02040503050406030204" pitchFamily="18" charset="0"/>
                  </a:rPr>
                  <a:t> </a:t>
                </a:r>
                <a14:m>
                  <m:oMath xmlns:m="http://schemas.openxmlformats.org/officeDocument/2006/math">
                    <m:r>
                      <a:rPr kumimoji="0" lang="en-US" altLang="en-US" b="0" i="1" u="none" strike="noStrike" cap="none" normalizeH="0" baseline="0" smtClean="0">
                        <a:ln>
                          <a:noFill/>
                        </a:ln>
                        <a:solidFill>
                          <a:schemeClr val="tx1">
                            <a:lumMod val="75000"/>
                            <a:lumOff val="25000"/>
                          </a:schemeClr>
                        </a:solidFill>
                        <a:effectLst/>
                        <a:latin typeface="Cambria Math" panose="02040503050406030204" pitchFamily="18" charset="0"/>
                        <a:ea typeface="Cambria Math" panose="02040503050406030204" pitchFamily="18" charset="0"/>
                      </a:rPr>
                      <m:t>𝜀</m:t>
                    </m:r>
                    <m:r>
                      <a:rPr kumimoji="0" lang="en-IN" altLang="en-US" b="0" i="1" u="none" strike="noStrike" cap="none" normalizeH="0" baseline="0" smtClean="0">
                        <a:ln>
                          <a:noFill/>
                        </a:ln>
                        <a:solidFill>
                          <a:schemeClr val="tx1">
                            <a:lumMod val="75000"/>
                            <a:lumOff val="25000"/>
                          </a:schemeClr>
                        </a:solidFill>
                        <a:effectLst/>
                        <a:latin typeface="Cambria Math" panose="02040503050406030204" pitchFamily="18" charset="0"/>
                        <a:ea typeface="Cambria Math" panose="02040503050406030204" pitchFamily="18" charset="0"/>
                      </a:rPr>
                      <m:t> </m:t>
                    </m:r>
                  </m:oMath>
                </a14:m>
                <a:r>
                  <a:rPr kumimoji="0" lang="en-US" altLang="en-US" b="0" i="0" u="none" strike="noStrike" cap="none" normalizeH="0" baseline="0" dirty="0">
                    <a:ln>
                      <a:noFill/>
                    </a:ln>
                    <a:solidFill>
                      <a:schemeClr val="tx1">
                        <a:lumMod val="75000"/>
                        <a:lumOff val="25000"/>
                      </a:schemeClr>
                    </a:solidFill>
                    <a:effectLst/>
                    <a:latin typeface="Century Gothic" panose="020B0502020202020204" pitchFamily="34" charset="0"/>
                  </a:rPr>
                  <a:t>mean</a:t>
                </a:r>
                <a:r>
                  <a:rPr kumimoji="0" lang="en-US" altLang="en-US" b="0" i="0" u="none" strike="noStrike" cap="none" normalizeH="0" dirty="0">
                    <a:ln>
                      <a:noFill/>
                    </a:ln>
                    <a:solidFill>
                      <a:schemeClr val="tx1">
                        <a:lumMod val="75000"/>
                        <a:lumOff val="25000"/>
                      </a:schemeClr>
                    </a:solidFill>
                    <a:effectLst/>
                    <a:latin typeface="Century Gothic" panose="020B0502020202020204" pitchFamily="34" charset="0"/>
                  </a:rPr>
                  <a:t> square error and </a:t>
                </a:r>
                <a14:m>
                  <m:oMath xmlns:m="http://schemas.openxmlformats.org/officeDocument/2006/math">
                    <m:r>
                      <a:rPr kumimoji="0" lang="en-US" altLang="en-US" b="0" i="1" u="none" strike="noStrike" cap="none" normalizeH="0" smtClean="0">
                        <a:ln>
                          <a:noFill/>
                        </a:ln>
                        <a:solidFill>
                          <a:schemeClr val="tx1">
                            <a:lumMod val="75000"/>
                            <a:lumOff val="25000"/>
                          </a:schemeClr>
                        </a:solidFill>
                        <a:effectLst/>
                        <a:latin typeface="Cambria Math" panose="02040503050406030204" pitchFamily="18" charset="0"/>
                        <a:ea typeface="Cambria Math" panose="02040503050406030204" pitchFamily="18" charset="0"/>
                      </a:rPr>
                      <m:t>𝜇</m:t>
                    </m:r>
                  </m:oMath>
                </a14:m>
                <a:r>
                  <a:rPr kumimoji="0" lang="en-US" altLang="en-US" b="0" i="0" u="none" strike="noStrike" cap="none" normalizeH="0" baseline="0" dirty="0">
                    <a:ln>
                      <a:noFill/>
                    </a:ln>
                    <a:solidFill>
                      <a:schemeClr val="tx1">
                        <a:lumMod val="75000"/>
                        <a:lumOff val="25000"/>
                      </a:schemeClr>
                    </a:solidFill>
                    <a:effectLst/>
                    <a:latin typeface="Century Gothic" panose="020B0502020202020204" pitchFamily="34" charset="0"/>
                  </a:rPr>
                  <a:t> is convergence coefficient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solidFill>
                      <a:schemeClr val="tx1">
                        <a:lumMod val="75000"/>
                        <a:lumOff val="25000"/>
                      </a:schemeClr>
                    </a:solidFill>
                    <a:latin typeface="Century Gothic" panose="020B0502020202020204" pitchFamily="34" charset="0"/>
                  </a:rPr>
                  <a:t>NLMS: </a:t>
                </a:r>
              </a:p>
              <a:p>
                <a:pPr marL="400050" marR="0" lvl="0" indent="-400050" algn="l" defTabSz="914400" rtl="0" eaLnBrk="0" fontAlgn="base" latinLnBrk="0" hangingPunct="0">
                  <a:lnSpc>
                    <a:spcPct val="100000"/>
                  </a:lnSpc>
                  <a:spcBef>
                    <a:spcPct val="0"/>
                  </a:spcBef>
                  <a:spcAft>
                    <a:spcPct val="0"/>
                  </a:spcAft>
                  <a:buClrTx/>
                  <a:buSzTx/>
                  <a:buFont typeface="+mj-lt"/>
                  <a:buAutoNum type="romanLcPeriod"/>
                  <a:tabLst/>
                </a:pPr>
                <a:r>
                  <a:rPr lang="en-US" dirty="0">
                    <a:solidFill>
                      <a:schemeClr val="tx1">
                        <a:lumMod val="75000"/>
                        <a:lumOff val="25000"/>
                      </a:schemeClr>
                    </a:solidFill>
                    <a:latin typeface="Century Gothic" panose="020B0502020202020204" pitchFamily="34" charset="0"/>
                  </a:rPr>
                  <a:t>Normalized Least Mean Square Algorithm </a:t>
                </a:r>
                <a:r>
                  <a:rPr lang="en-US" sz="1600" dirty="0">
                    <a:solidFill>
                      <a:schemeClr val="tx1">
                        <a:lumMod val="75000"/>
                        <a:lumOff val="25000"/>
                      </a:schemeClr>
                    </a:solidFill>
                    <a:latin typeface="Century Gothic" panose="020B0502020202020204" pitchFamily="34" charset="0"/>
                  </a:rPr>
                  <a:t>: NLMS is an extension of the standard LMS algorithm, the NLMS algorithms practical implementation is very similar to that of the LMS algorithm. It differs in the way of tap weights. This algorithm is used as LMS suffers through noise amplification problem which is overcome by NLMS algorithm. </a:t>
                </a:r>
                <a:endParaRPr kumimoji="0" lang="en-US" altLang="en-US" b="0" i="0" u="none" strike="noStrike" cap="none" normalizeH="0" baseline="0" dirty="0">
                  <a:ln>
                    <a:noFill/>
                  </a:ln>
                  <a:solidFill>
                    <a:schemeClr val="tx1">
                      <a:lumMod val="85000"/>
                      <a:lumOff val="15000"/>
                    </a:schemeClr>
                  </a:solidFill>
                  <a:effectLst/>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mc:Choice>
        <mc:Fallback>
          <p:sp>
            <p:nvSpPr>
              <p:cNvPr id="5" name="Rectangle 1">
                <a:extLst>
                  <a:ext uri="{FF2B5EF4-FFF2-40B4-BE49-F238E27FC236}">
                    <a16:creationId xmlns:a16="http://schemas.microsoft.com/office/drawing/2014/main" id="{BB010CF3-28DA-4BD3-B0DA-007FD566AF2D}"/>
                  </a:ext>
                </a:extLst>
              </p:cNvPr>
              <p:cNvSpPr>
                <a:spLocks noRot="1" noChangeAspect="1" noMove="1" noResize="1" noEditPoints="1" noAdjustHandles="1" noChangeArrowheads="1" noChangeShapeType="1" noTextEdit="1"/>
              </p:cNvSpPr>
              <p:nvPr/>
            </p:nvSpPr>
            <p:spPr bwMode="auto">
              <a:xfrm rot="10800000" flipV="1">
                <a:off x="344487" y="1915069"/>
                <a:ext cx="11350623" cy="4093428"/>
              </a:xfrm>
              <a:prstGeom prst="rect">
                <a:avLst/>
              </a:prstGeom>
              <a:blipFill>
                <a:blip r:embed="rId2"/>
                <a:stretch>
                  <a:fillRect l="-430" t="-29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
        <p:nvSpPr>
          <p:cNvPr id="7" name="AutoShape 4" descr="\varepsilon ">
            <a:extLst>
              <a:ext uri="{FF2B5EF4-FFF2-40B4-BE49-F238E27FC236}">
                <a16:creationId xmlns:a16="http://schemas.microsoft.com/office/drawing/2014/main" id="{E0DDA4D0-09A9-453F-BFB7-1AEF6E953C28}"/>
              </a:ext>
            </a:extLst>
          </p:cNvPr>
          <p:cNvSpPr>
            <a:spLocks noChangeAspect="1" noChangeArrowheads="1"/>
          </p:cNvSpPr>
          <p:nvPr/>
        </p:nvSpPr>
        <p:spPr bwMode="auto">
          <a:xfrm>
            <a:off x="344488" y="174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5" descr="\mu ">
            <a:extLst>
              <a:ext uri="{FF2B5EF4-FFF2-40B4-BE49-F238E27FC236}">
                <a16:creationId xmlns:a16="http://schemas.microsoft.com/office/drawing/2014/main" id="{9B30C43C-A28D-4C44-93E8-8281EDD4041D}"/>
              </a:ext>
            </a:extLst>
          </p:cNvPr>
          <p:cNvSpPr>
            <a:spLocks noChangeAspect="1" noChangeArrowheads="1"/>
          </p:cNvSpPr>
          <p:nvPr/>
        </p:nvSpPr>
        <p:spPr bwMode="auto">
          <a:xfrm>
            <a:off x="2951163" y="174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varepsilon ">
            <a:extLst>
              <a:ext uri="{FF2B5EF4-FFF2-40B4-BE49-F238E27FC236}">
                <a16:creationId xmlns:a16="http://schemas.microsoft.com/office/drawing/2014/main" id="{54BBC03A-F803-47EE-A5FC-BBE47A48CBB5}"/>
              </a:ext>
            </a:extLst>
          </p:cNvPr>
          <p:cNvSpPr>
            <a:spLocks noChangeAspect="1" noChangeArrowheads="1"/>
          </p:cNvSpPr>
          <p:nvPr/>
        </p:nvSpPr>
        <p:spPr bwMode="auto">
          <a:xfrm>
            <a:off x="3575050" y="3063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7" descr="W_{i}">
            <a:extLst>
              <a:ext uri="{FF2B5EF4-FFF2-40B4-BE49-F238E27FC236}">
                <a16:creationId xmlns:a16="http://schemas.microsoft.com/office/drawing/2014/main" id="{0B6B1EE1-B065-4729-8727-4933A70590B9}"/>
              </a:ext>
            </a:extLst>
          </p:cNvPr>
          <p:cNvSpPr>
            <a:spLocks noChangeAspect="1" noChangeArrowheads="1"/>
          </p:cNvSpPr>
          <p:nvPr/>
        </p:nvSpPr>
        <p:spPr bwMode="auto">
          <a:xfrm>
            <a:off x="5373688" y="3063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AutoShape 9" descr="\varepsilon ">
            <a:extLst>
              <a:ext uri="{FF2B5EF4-FFF2-40B4-BE49-F238E27FC236}">
                <a16:creationId xmlns:a16="http://schemas.microsoft.com/office/drawing/2014/main" id="{4B85D536-7C87-4FFD-81FA-581CA4BBE388}"/>
              </a:ext>
            </a:extLst>
          </p:cNvPr>
          <p:cNvSpPr>
            <a:spLocks noChangeAspect="1" noChangeArrowheads="1"/>
          </p:cNvSpPr>
          <p:nvPr/>
        </p:nvSpPr>
        <p:spPr bwMode="auto">
          <a:xfrm>
            <a:off x="36798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AutoShape 10" descr="W_{i}">
            <a:extLst>
              <a:ext uri="{FF2B5EF4-FFF2-40B4-BE49-F238E27FC236}">
                <a16:creationId xmlns:a16="http://schemas.microsoft.com/office/drawing/2014/main" id="{242ACF18-34C2-48E1-B51D-A1183675FC0F}"/>
              </a:ext>
            </a:extLst>
          </p:cNvPr>
          <p:cNvSpPr>
            <a:spLocks noChangeAspect="1" noChangeArrowheads="1"/>
          </p:cNvSpPr>
          <p:nvPr/>
        </p:nvSpPr>
        <p:spPr bwMode="auto">
          <a:xfrm>
            <a:off x="5478463"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571865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FEDD9EC-C8AA-48EC-88F0-355D7343F927}"/>
                  </a:ext>
                </a:extLst>
              </p:cNvPr>
              <p:cNvSpPr txBox="1"/>
              <p:nvPr/>
            </p:nvSpPr>
            <p:spPr>
              <a:xfrm>
                <a:off x="466726" y="419100"/>
                <a:ext cx="11010900" cy="4406463"/>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pPr>
                <a:r>
                  <a:rPr lang="en-US" sz="1600" dirty="0">
                    <a:solidFill>
                      <a:schemeClr val="tx1">
                        <a:lumMod val="75000"/>
                        <a:lumOff val="25000"/>
                      </a:schemeClr>
                    </a:solidFill>
                    <a:latin typeface="Century Gothic" panose="020B0502020202020204" pitchFamily="34" charset="0"/>
                  </a:rPr>
                  <a:t>Tap weight is calculated by using Euclidian distance formula.</a:t>
                </a:r>
                <a:endParaRPr lang="pt-BR" sz="1600" dirty="0">
                  <a:solidFill>
                    <a:schemeClr val="tx1">
                      <a:lumMod val="75000"/>
                      <a:lumOff val="25000"/>
                    </a:schemeClr>
                  </a:solidFill>
                </a:endParaRPr>
              </a:p>
              <a:p>
                <a:r>
                  <a:rPr lang="pt-BR" sz="2000" dirty="0">
                    <a:solidFill>
                      <a:schemeClr val="tx1">
                        <a:lumMod val="75000"/>
                        <a:lumOff val="25000"/>
                      </a:schemeClr>
                    </a:solidFill>
                  </a:rPr>
                  <a:t>w(n+1)=w(n) + µ(n) e(n) x(n)</a:t>
                </a:r>
                <a:endParaRPr lang="en-IN" sz="2000" dirty="0">
                  <a:solidFill>
                    <a:schemeClr val="tx1">
                      <a:lumMod val="75000"/>
                      <a:lumOff val="25000"/>
                    </a:schemeClr>
                  </a:solidFill>
                </a:endParaRPr>
              </a:p>
              <a:p>
                <a:endParaRPr lang="en-IN" dirty="0">
                  <a:solidFill>
                    <a:schemeClr val="tx1">
                      <a:lumMod val="75000"/>
                      <a:lumOff val="25000"/>
                    </a:schemeClr>
                  </a:solidFill>
                </a:endParaRPr>
              </a:p>
              <a:p>
                <a:r>
                  <a:rPr lang="en-IN" dirty="0">
                    <a:solidFill>
                      <a:schemeClr val="tx1">
                        <a:lumMod val="75000"/>
                        <a:lumOff val="25000"/>
                      </a:schemeClr>
                    </a:solidFill>
                  </a:rPr>
                  <a:t>w(n) is weight vector</a:t>
                </a:r>
              </a:p>
              <a:p>
                <a:r>
                  <a:rPr lang="en-IN" dirty="0">
                    <a:solidFill>
                      <a:schemeClr val="tx1">
                        <a:lumMod val="75000"/>
                        <a:lumOff val="25000"/>
                      </a:schemeClr>
                    </a:solidFill>
                  </a:rPr>
                  <a:t>x(n) is input vector </a:t>
                </a:r>
              </a:p>
              <a:p>
                <a:r>
                  <a:rPr lang="en-IN" dirty="0">
                    <a:solidFill>
                      <a:schemeClr val="tx1">
                        <a:lumMod val="75000"/>
                        <a:lumOff val="25000"/>
                      </a:schemeClr>
                    </a:solidFill>
                  </a:rPr>
                  <a:t>µ(n) is step size parameter</a:t>
                </a:r>
              </a:p>
              <a:p>
                <a:r>
                  <a:rPr lang="en-IN" dirty="0">
                    <a:solidFill>
                      <a:schemeClr val="tx1">
                        <a:lumMod val="75000"/>
                        <a:lumOff val="25000"/>
                      </a:schemeClr>
                    </a:solidFill>
                  </a:rPr>
                  <a:t>e(n) is error vector</a:t>
                </a:r>
              </a:p>
              <a:p>
                <a:endParaRPr lang="en-IN" dirty="0">
                  <a:solidFill>
                    <a:schemeClr val="tx1">
                      <a:lumMod val="75000"/>
                      <a:lumOff val="25000"/>
                    </a:schemeClr>
                  </a:solidFill>
                </a:endParaRPr>
              </a:p>
              <a:p>
                <a:r>
                  <a:rPr lang="en-IN" dirty="0">
                    <a:solidFill>
                      <a:schemeClr val="tx1">
                        <a:lumMod val="75000"/>
                        <a:lumOff val="25000"/>
                      </a:schemeClr>
                    </a:solidFill>
                  </a:rPr>
                  <a:t>ii. </a:t>
                </a:r>
                <a:r>
                  <a:rPr lang="en-US" dirty="0">
                    <a:solidFill>
                      <a:schemeClr val="tx1">
                        <a:lumMod val="75000"/>
                        <a:lumOff val="25000"/>
                      </a:schemeClr>
                    </a:solidFill>
                    <a:latin typeface="Century Gothic" panose="020B0502020202020204" pitchFamily="34" charset="0"/>
                  </a:rPr>
                  <a:t>PNLMS: Proportionate Normalized Least Mean Square Algorithm : </a:t>
                </a:r>
                <a:r>
                  <a:rPr lang="en-US" sz="1600" dirty="0">
                    <a:solidFill>
                      <a:schemeClr val="tx1">
                        <a:lumMod val="75000"/>
                        <a:lumOff val="25000"/>
                      </a:schemeClr>
                    </a:solidFill>
                    <a:latin typeface="Century Gothic" panose="020B0502020202020204" pitchFamily="34" charset="0"/>
                  </a:rPr>
                  <a:t>The PNLMS algorithm have been proposed for sparse system identification. In order to track sparse impulse response faster Proportionate NLMS (PNLMS) was introduced from the NLMS equation. In this algorithm, an adaptive individual step-size is assigned to each filter coefficient. The step-sizes are calculated from the last estimate of the filter coefficients in such a way that a larger coefficient receives a larger increment, thus increasing the convergence rate of that co-efficient. This has the effect that active coefficients are adjusted faster than non-active coefficients. </a:t>
                </a:r>
              </a:p>
              <a:p>
                <a:endParaRPr lang="en-US" sz="1600" dirty="0">
                  <a:solidFill>
                    <a:schemeClr val="tx1">
                      <a:lumMod val="75000"/>
                      <a:lumOff val="25000"/>
                    </a:schemeClr>
                  </a:solidFill>
                  <a:latin typeface="Century Gothic" panose="020B0502020202020204" pitchFamily="34" charset="0"/>
                </a:endParaRPr>
              </a:p>
              <a:p>
                <a14:m>
                  <m:oMath xmlns:m="http://schemas.openxmlformats.org/officeDocument/2006/math">
                    <m:sSub>
                      <m:sSubPr>
                        <m:ctrlPr>
                          <a:rPr lang="en-IN" i="1" smtClean="0">
                            <a:solidFill>
                              <a:schemeClr val="tx1">
                                <a:lumMod val="75000"/>
                                <a:lumOff val="25000"/>
                              </a:schemeClr>
                            </a:solidFill>
                            <a:latin typeface="Cambria Math" panose="02040503050406030204" pitchFamily="18" charset="0"/>
                          </a:rPr>
                        </m:ctrlPr>
                      </m:sSubPr>
                      <m:e>
                        <m:r>
                          <a:rPr lang="en-IN" b="0" i="1" smtClean="0">
                            <a:solidFill>
                              <a:schemeClr val="tx1">
                                <a:lumMod val="75000"/>
                                <a:lumOff val="25000"/>
                              </a:schemeClr>
                            </a:solidFill>
                            <a:latin typeface="Cambria Math" panose="02040503050406030204" pitchFamily="18" charset="0"/>
                          </a:rPr>
                          <m:t>𝑊</m:t>
                        </m:r>
                      </m:e>
                      <m:sub>
                        <m:d>
                          <m:dPr>
                            <m:ctrlPr>
                              <a:rPr lang="en-IN" b="0" i="1" smtClean="0">
                                <a:solidFill>
                                  <a:schemeClr val="tx1">
                                    <a:lumMod val="75000"/>
                                    <a:lumOff val="25000"/>
                                  </a:schemeClr>
                                </a:solidFill>
                                <a:latin typeface="Cambria Math" panose="02040503050406030204" pitchFamily="18" charset="0"/>
                              </a:rPr>
                            </m:ctrlPr>
                          </m:dPr>
                          <m:e>
                            <m:r>
                              <a:rPr lang="en-IN" b="0" i="1" smtClean="0">
                                <a:solidFill>
                                  <a:schemeClr val="tx1">
                                    <a:lumMod val="75000"/>
                                    <a:lumOff val="25000"/>
                                  </a:schemeClr>
                                </a:solidFill>
                                <a:latin typeface="Cambria Math" panose="02040503050406030204" pitchFamily="18" charset="0"/>
                              </a:rPr>
                              <m:t>𝑛</m:t>
                            </m:r>
                            <m:r>
                              <a:rPr lang="en-IN" b="0" i="1" smtClean="0">
                                <a:solidFill>
                                  <a:schemeClr val="tx1">
                                    <a:lumMod val="75000"/>
                                    <a:lumOff val="25000"/>
                                  </a:schemeClr>
                                </a:solidFill>
                                <a:latin typeface="Cambria Math" panose="02040503050406030204" pitchFamily="18" charset="0"/>
                              </a:rPr>
                              <m:t>+1</m:t>
                            </m:r>
                          </m:e>
                        </m:d>
                      </m:sub>
                    </m:sSub>
                  </m:oMath>
                </a14:m>
                <a:r>
                  <a:rPr lang="en-IN" dirty="0">
                    <a:solidFill>
                      <a:schemeClr val="tx1">
                        <a:lumMod val="75000"/>
                        <a:lumOff val="25000"/>
                      </a:schemeClr>
                    </a:solidFill>
                  </a:rPr>
                  <a:t> = </a:t>
                </a:r>
                <a14:m>
                  <m:oMath xmlns:m="http://schemas.openxmlformats.org/officeDocument/2006/math">
                    <m:sSub>
                      <m:sSubPr>
                        <m:ctrlPr>
                          <a:rPr lang="en-IN" i="1" smtClean="0">
                            <a:solidFill>
                              <a:schemeClr val="tx1">
                                <a:lumMod val="75000"/>
                                <a:lumOff val="25000"/>
                              </a:schemeClr>
                            </a:solidFill>
                            <a:latin typeface="Cambria Math" panose="02040503050406030204" pitchFamily="18" charset="0"/>
                          </a:rPr>
                        </m:ctrlPr>
                      </m:sSubPr>
                      <m:e>
                        <m:r>
                          <a:rPr lang="en-IN" b="0" i="1" smtClean="0">
                            <a:solidFill>
                              <a:schemeClr val="tx1">
                                <a:lumMod val="75000"/>
                                <a:lumOff val="25000"/>
                              </a:schemeClr>
                            </a:solidFill>
                            <a:latin typeface="Cambria Math" panose="02040503050406030204" pitchFamily="18" charset="0"/>
                          </a:rPr>
                          <m:t>𝑊</m:t>
                        </m:r>
                      </m:e>
                      <m:sub>
                        <m:r>
                          <a:rPr lang="en-IN" b="0" i="1" smtClean="0">
                            <a:solidFill>
                              <a:schemeClr val="tx1">
                                <a:lumMod val="75000"/>
                                <a:lumOff val="25000"/>
                              </a:schemeClr>
                            </a:solidFill>
                            <a:latin typeface="Cambria Math" panose="02040503050406030204" pitchFamily="18" charset="0"/>
                          </a:rPr>
                          <m:t>𝑛</m:t>
                        </m:r>
                      </m:sub>
                    </m:sSub>
                  </m:oMath>
                </a14:m>
                <a:r>
                  <a:rPr lang="en-IN" dirty="0">
                    <a:solidFill>
                      <a:schemeClr val="tx1">
                        <a:lumMod val="75000"/>
                        <a:lumOff val="25000"/>
                      </a:schemeClr>
                    </a:solidFill>
                  </a:rPr>
                  <a:t> + ((</a:t>
                </a:r>
                <a14:m>
                  <m:oMath xmlns:m="http://schemas.openxmlformats.org/officeDocument/2006/math">
                    <m:r>
                      <a:rPr lang="en-IN" i="1" smtClean="0">
                        <a:solidFill>
                          <a:schemeClr val="tx1">
                            <a:lumMod val="75000"/>
                            <a:lumOff val="25000"/>
                          </a:schemeClr>
                        </a:solidFill>
                        <a:latin typeface="Cambria Math" panose="02040503050406030204" pitchFamily="18" charset="0"/>
                        <a:ea typeface="Cambria Math" panose="02040503050406030204" pitchFamily="18" charset="0"/>
                      </a:rPr>
                      <m:t>𝜇</m:t>
                    </m:r>
                    <m:r>
                      <a:rPr lang="en-IN" b="0" i="1" smtClean="0">
                        <a:solidFill>
                          <a:schemeClr val="tx1">
                            <a:lumMod val="75000"/>
                            <a:lumOff val="25000"/>
                          </a:schemeClr>
                        </a:solidFill>
                        <a:latin typeface="Cambria Math" panose="02040503050406030204" pitchFamily="18" charset="0"/>
                        <a:ea typeface="Cambria Math" panose="02040503050406030204" pitchFamily="18" charset="0"/>
                      </a:rPr>
                      <m:t>𝑒</m:t>
                    </m:r>
                    <m:d>
                      <m:dPr>
                        <m:ctrlPr>
                          <a:rPr lang="en-IN" b="0" i="1" smtClean="0">
                            <a:solidFill>
                              <a:schemeClr val="tx1">
                                <a:lumMod val="75000"/>
                                <a:lumOff val="25000"/>
                              </a:schemeClr>
                            </a:solidFill>
                            <a:latin typeface="Cambria Math" panose="02040503050406030204" pitchFamily="18" charset="0"/>
                            <a:ea typeface="Cambria Math" panose="02040503050406030204" pitchFamily="18" charset="0"/>
                          </a:rPr>
                        </m:ctrlPr>
                      </m:dPr>
                      <m:e>
                        <m:r>
                          <a:rPr lang="en-IN" b="0" i="1" smtClean="0">
                            <a:solidFill>
                              <a:schemeClr val="tx1">
                                <a:lumMod val="75000"/>
                                <a:lumOff val="25000"/>
                              </a:schemeClr>
                            </a:solidFill>
                            <a:latin typeface="Cambria Math" panose="02040503050406030204" pitchFamily="18" charset="0"/>
                            <a:ea typeface="Cambria Math" panose="02040503050406030204" pitchFamily="18" charset="0"/>
                          </a:rPr>
                          <m:t>𝑛</m:t>
                        </m:r>
                      </m:e>
                    </m:d>
                    <m:r>
                      <a:rPr lang="en-IN" b="0" i="1" smtClean="0">
                        <a:solidFill>
                          <a:schemeClr val="tx1">
                            <a:lumMod val="75000"/>
                            <a:lumOff val="25000"/>
                          </a:schemeClr>
                        </a:solidFill>
                        <a:latin typeface="Cambria Math" panose="02040503050406030204" pitchFamily="18" charset="0"/>
                        <a:ea typeface="Cambria Math" panose="02040503050406030204" pitchFamily="18" charset="0"/>
                      </a:rPr>
                      <m:t>𝑥</m:t>
                    </m:r>
                    <m:r>
                      <a:rPr lang="en-IN"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en-IN" b="0" i="1" smtClean="0">
                        <a:solidFill>
                          <a:schemeClr val="tx1">
                            <a:lumMod val="75000"/>
                            <a:lumOff val="25000"/>
                          </a:schemeClr>
                        </a:solidFill>
                        <a:latin typeface="Cambria Math" panose="02040503050406030204" pitchFamily="18" charset="0"/>
                        <a:ea typeface="Cambria Math" panose="02040503050406030204" pitchFamily="18" charset="0"/>
                      </a:rPr>
                      <m:t>𝑘</m:t>
                    </m:r>
                    <m:r>
                      <a:rPr lang="en-IN"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en-IN" b="0" i="1" smtClean="0">
                        <a:solidFill>
                          <a:schemeClr val="tx1">
                            <a:lumMod val="75000"/>
                            <a:lumOff val="25000"/>
                          </a:schemeClr>
                        </a:solidFill>
                        <a:latin typeface="Cambria Math" panose="02040503050406030204" pitchFamily="18" charset="0"/>
                        <a:ea typeface="Cambria Math" panose="02040503050406030204" pitchFamily="18" charset="0"/>
                      </a:rPr>
                      <m:t>𝑛</m:t>
                    </m:r>
                    <m:r>
                      <a:rPr lang="en-IN"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en-IN" b="0" i="1" smtClean="0">
                        <a:solidFill>
                          <a:schemeClr val="tx1">
                            <a:lumMod val="75000"/>
                            <a:lumOff val="25000"/>
                          </a:schemeClr>
                        </a:solidFill>
                        <a:latin typeface="Cambria Math" panose="02040503050406030204" pitchFamily="18" charset="0"/>
                        <a:ea typeface="Cambria Math" panose="02040503050406030204" pitchFamily="18" charset="0"/>
                      </a:rPr>
                      <m:t>𝑁</m:t>
                    </m:r>
                    <m:sSubSup>
                      <m:sSubSupPr>
                        <m:ctrlPr>
                          <a:rPr lang="en-IN" b="0" i="1" smtClean="0">
                            <a:solidFill>
                              <a:schemeClr val="tx1">
                                <a:lumMod val="75000"/>
                                <a:lumOff val="25000"/>
                              </a:schemeClr>
                            </a:solidFill>
                            <a:latin typeface="Cambria Math" panose="02040503050406030204" pitchFamily="18" charset="0"/>
                            <a:ea typeface="Cambria Math" panose="02040503050406030204" pitchFamily="18" charset="0"/>
                          </a:rPr>
                        </m:ctrlPr>
                      </m:sSubSupPr>
                      <m:e>
                        <m:r>
                          <a:rPr lang="en-IN" b="0" i="1" smtClean="0">
                            <a:solidFill>
                              <a:schemeClr val="tx1">
                                <a:lumMod val="75000"/>
                                <a:lumOff val="25000"/>
                              </a:schemeClr>
                            </a:solidFill>
                            <a:latin typeface="Cambria Math" panose="02040503050406030204" pitchFamily="18" charset="0"/>
                            <a:ea typeface="Cambria Math" panose="02040503050406030204" pitchFamily="18" charset="0"/>
                          </a:rPr>
                          <m:t>𝜎</m:t>
                        </m:r>
                      </m:e>
                      <m:sub>
                        <m:r>
                          <a:rPr lang="en-IN" b="0" i="1" smtClean="0">
                            <a:solidFill>
                              <a:schemeClr val="tx1">
                                <a:lumMod val="75000"/>
                                <a:lumOff val="25000"/>
                              </a:schemeClr>
                            </a:solidFill>
                            <a:latin typeface="Cambria Math" panose="02040503050406030204" pitchFamily="18" charset="0"/>
                            <a:ea typeface="Cambria Math" panose="02040503050406030204" pitchFamily="18" charset="0"/>
                          </a:rPr>
                          <m:t>𝑥</m:t>
                        </m:r>
                      </m:sub>
                      <m:sup>
                        <m:r>
                          <a:rPr lang="en-IN" b="0" i="1" smtClean="0">
                            <a:solidFill>
                              <a:schemeClr val="tx1">
                                <a:lumMod val="75000"/>
                                <a:lumOff val="25000"/>
                              </a:schemeClr>
                            </a:solidFill>
                            <a:latin typeface="Cambria Math" panose="02040503050406030204" pitchFamily="18" charset="0"/>
                            <a:ea typeface="Cambria Math" panose="02040503050406030204" pitchFamily="18" charset="0"/>
                          </a:rPr>
                          <m:t>2</m:t>
                        </m:r>
                      </m:sup>
                    </m:sSubSup>
                    <m:d>
                      <m:dPr>
                        <m:ctrlPr>
                          <a:rPr lang="en-IN" b="0" i="1" smtClean="0">
                            <a:solidFill>
                              <a:schemeClr val="tx1">
                                <a:lumMod val="75000"/>
                                <a:lumOff val="25000"/>
                              </a:schemeClr>
                            </a:solidFill>
                            <a:latin typeface="Cambria Math" panose="02040503050406030204" pitchFamily="18" charset="0"/>
                            <a:ea typeface="Cambria Math" panose="02040503050406030204" pitchFamily="18" charset="0"/>
                          </a:rPr>
                        </m:ctrlPr>
                      </m:dPr>
                      <m:e>
                        <m:r>
                          <a:rPr lang="en-IN" b="0" i="1" smtClean="0">
                            <a:solidFill>
                              <a:schemeClr val="tx1">
                                <a:lumMod val="75000"/>
                                <a:lumOff val="25000"/>
                              </a:schemeClr>
                            </a:solidFill>
                            <a:latin typeface="Cambria Math" panose="02040503050406030204" pitchFamily="18" charset="0"/>
                            <a:ea typeface="Cambria Math" panose="02040503050406030204" pitchFamily="18" charset="0"/>
                          </a:rPr>
                          <m:t>𝑘</m:t>
                        </m:r>
                      </m:e>
                    </m:d>
                    <m:r>
                      <a:rPr lang="en-IN" b="0" i="1" smtClean="0">
                        <a:solidFill>
                          <a:schemeClr val="tx1">
                            <a:lumMod val="75000"/>
                            <a:lumOff val="25000"/>
                          </a:schemeClr>
                        </a:solidFill>
                        <a:latin typeface="Cambria Math" panose="02040503050406030204" pitchFamily="18" charset="0"/>
                        <a:ea typeface="Cambria Math" panose="02040503050406030204" pitchFamily="18" charset="0"/>
                      </a:rPr>
                      <m:t>)</m:t>
                    </m:r>
                  </m:oMath>
                </a14:m>
                <a:endParaRPr lang="en-IN" dirty="0">
                  <a:solidFill>
                    <a:schemeClr val="tx1">
                      <a:lumMod val="75000"/>
                      <a:lumOff val="25000"/>
                    </a:schemeClr>
                  </a:solidFill>
                </a:endParaRPr>
              </a:p>
            </p:txBody>
          </p:sp>
        </mc:Choice>
        <mc:Fallback>
          <p:sp>
            <p:nvSpPr>
              <p:cNvPr id="3" name="TextBox 2">
                <a:extLst>
                  <a:ext uri="{FF2B5EF4-FFF2-40B4-BE49-F238E27FC236}">
                    <a16:creationId xmlns:a16="http://schemas.microsoft.com/office/drawing/2014/main" id="{DFEDD9EC-C8AA-48EC-88F0-355D7343F927}"/>
                  </a:ext>
                </a:extLst>
              </p:cNvPr>
              <p:cNvSpPr txBox="1">
                <a:spLocks noRot="1" noChangeAspect="1" noMove="1" noResize="1" noEditPoints="1" noAdjustHandles="1" noChangeArrowheads="1" noChangeShapeType="1" noTextEdit="1"/>
              </p:cNvSpPr>
              <p:nvPr/>
            </p:nvSpPr>
            <p:spPr>
              <a:xfrm>
                <a:off x="466726" y="419100"/>
                <a:ext cx="11010900" cy="4406463"/>
              </a:xfrm>
              <a:prstGeom prst="rect">
                <a:avLst/>
              </a:prstGeom>
              <a:blipFill>
                <a:blip r:embed="rId2"/>
                <a:stretch>
                  <a:fillRect l="-609" t="-553" r="-332"/>
                </a:stretch>
              </a:blipFill>
            </p:spPr>
            <p:txBody>
              <a:bodyPr/>
              <a:lstStyle/>
              <a:p>
                <a:r>
                  <a:rPr lang="en-IN">
                    <a:noFill/>
                  </a:rPr>
                  <a:t> </a:t>
                </a:r>
              </a:p>
            </p:txBody>
          </p:sp>
        </mc:Fallback>
      </mc:AlternateContent>
    </p:spTree>
    <p:extLst>
      <p:ext uri="{BB962C8B-B14F-4D97-AF65-F5344CB8AC3E}">
        <p14:creationId xmlns:p14="http://schemas.microsoft.com/office/powerpoint/2010/main" val="3710252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480E62-6C12-476B-BF67-C5F9E999D1F2}"/>
              </a:ext>
            </a:extLst>
          </p:cNvPr>
          <p:cNvSpPr txBox="1"/>
          <p:nvPr/>
        </p:nvSpPr>
        <p:spPr>
          <a:xfrm>
            <a:off x="466725" y="476250"/>
            <a:ext cx="11239500" cy="3600986"/>
          </a:xfrm>
          <a:prstGeom prst="rect">
            <a:avLst/>
          </a:prstGeom>
          <a:noFill/>
        </p:spPr>
        <p:txBody>
          <a:bodyPr wrap="square" rtlCol="0">
            <a:spAutoFit/>
          </a:bodyPr>
          <a:lstStyle/>
          <a:p>
            <a:r>
              <a:rPr lang="en-IN" dirty="0">
                <a:latin typeface="Century Gothic" panose="020B0502020202020204" pitchFamily="34" charset="0"/>
              </a:rPr>
              <a:t>Conclusion :</a:t>
            </a:r>
          </a:p>
          <a:p>
            <a:endParaRPr lang="en-IN" dirty="0">
              <a:latin typeface="Century Gothic" panose="020B0502020202020204" pitchFamily="34" charset="0"/>
            </a:endParaRPr>
          </a:p>
          <a:p>
            <a:pPr marL="285750" indent="-285750">
              <a:buFont typeface="Arial" panose="020B0604020202020204" pitchFamily="34" charset="0"/>
              <a:buChar char="•"/>
            </a:pPr>
            <a:r>
              <a:rPr lang="en-US" sz="1600" dirty="0">
                <a:solidFill>
                  <a:schemeClr val="tx1">
                    <a:lumMod val="75000"/>
                    <a:lumOff val="25000"/>
                  </a:schemeClr>
                </a:solidFill>
                <a:latin typeface="Century Gothic" panose="020B0502020202020204" pitchFamily="34" charset="0"/>
              </a:rPr>
              <a:t>The NLMS algorithm achieves good convergence in dispersive AIRs and for non sparse system. Its response time is less but in case of system containing sparse it shows low convergence. Thus, PNLMS gives the best performance in terms of the measures MSE and ERLE as compared to NLMS adaptive filtering algorithms but at the cost of increased computational complexity PNLMS performs well in sparse impulse response system than NLMS. </a:t>
            </a:r>
          </a:p>
          <a:p>
            <a:pPr marL="285750" indent="-285750">
              <a:buFont typeface="Arial" panose="020B0604020202020204" pitchFamily="34" charset="0"/>
              <a:buChar char="•"/>
            </a:pPr>
            <a:r>
              <a:rPr lang="en-US" sz="1600" dirty="0">
                <a:solidFill>
                  <a:schemeClr val="tx1">
                    <a:lumMod val="75000"/>
                    <a:lumOff val="25000"/>
                  </a:schemeClr>
                </a:solidFill>
                <a:latin typeface="Century Gothic" panose="020B0502020202020204" pitchFamily="34" charset="0"/>
              </a:rPr>
              <a:t>The increase in complexity is compromised by the algorithm’s performance. Here the computational Complexity of PNLMS is more than NLMS.</a:t>
            </a:r>
          </a:p>
          <a:p>
            <a:pPr marL="285750" indent="-285750">
              <a:buFont typeface="Arial" panose="020B0604020202020204" pitchFamily="34" charset="0"/>
              <a:buChar char="•"/>
            </a:pPr>
            <a:r>
              <a:rPr lang="en-US" sz="1600" dirty="0">
                <a:solidFill>
                  <a:schemeClr val="tx1">
                    <a:lumMod val="75000"/>
                    <a:lumOff val="25000"/>
                  </a:schemeClr>
                </a:solidFill>
                <a:latin typeface="Century Gothic" panose="020B0502020202020204" pitchFamily="34" charset="0"/>
              </a:rPr>
              <a:t>One thing is that NLMS and PNLMS takes more time for execution so this system can be further develop to work in real time environment. </a:t>
            </a:r>
          </a:p>
          <a:p>
            <a:pPr marL="285750" indent="-285750">
              <a:buFont typeface="Arial" panose="020B0604020202020204" pitchFamily="34" charset="0"/>
              <a:buChar char="•"/>
            </a:pPr>
            <a:r>
              <a:rPr lang="en-US" sz="1600" dirty="0">
                <a:solidFill>
                  <a:schemeClr val="tx1">
                    <a:lumMod val="75000"/>
                    <a:lumOff val="25000"/>
                  </a:schemeClr>
                </a:solidFill>
                <a:latin typeface="Century Gothic" panose="020B0502020202020204" pitchFamily="34" charset="0"/>
              </a:rPr>
              <a:t>Our work done is in offline mode thus it is necessary to implement in real communication world. Some advanced algorithms such as MPNLMS, IPNLMS can be implemented to achieve better convergence for the system containing sparse. </a:t>
            </a:r>
            <a:endParaRPr lang="en-IN" sz="1600" dirty="0">
              <a:solidFill>
                <a:schemeClr val="tx1">
                  <a:lumMod val="75000"/>
                  <a:lumOff val="25000"/>
                </a:schemeClr>
              </a:solidFill>
              <a:latin typeface="Century Gothic" panose="020B0502020202020204" pitchFamily="34" charset="0"/>
            </a:endParaRPr>
          </a:p>
        </p:txBody>
      </p:sp>
    </p:spTree>
    <p:extLst>
      <p:ext uri="{BB962C8B-B14F-4D97-AF65-F5344CB8AC3E}">
        <p14:creationId xmlns:p14="http://schemas.microsoft.com/office/powerpoint/2010/main" val="7906240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569</Words>
  <Application>Microsoft Office PowerPoint</Application>
  <PresentationFormat>Widescreen</PresentationFormat>
  <Paragraphs>27</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Calibri Light</vt:lpstr>
      <vt:lpstr>Cambria Math</vt:lpstr>
      <vt:lpstr>Century Gothic</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 Selection :</dc:title>
  <dc:creator>Divya</dc:creator>
  <cp:lastModifiedBy>Divya</cp:lastModifiedBy>
  <cp:revision>8</cp:revision>
  <dcterms:created xsi:type="dcterms:W3CDTF">2021-03-22T15:01:44Z</dcterms:created>
  <dcterms:modified xsi:type="dcterms:W3CDTF">2021-03-22T17:37:39Z</dcterms:modified>
</cp:coreProperties>
</file>
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8" r:id="rId3"/>
    <p:sldId id="269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784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00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07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50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63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59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452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785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147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333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535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881E7A4-BD19-4B2A-9DBC-6461A878AB88}" type="datetimeFigureOut">
              <a:rPr lang="en-IN" smtClean="0"/>
              <a:t>04-05-2021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077AF2C-6C78-4A22-955F-30158B6B9E0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395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1869906"/>
            <a:ext cx="10058400" cy="2001340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ECHO ADDITION AND REMOVAL</a:t>
            </a:r>
            <a:b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</a:t>
            </a:r>
            <a:b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6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AUDIO SIGNALS</a:t>
            </a:r>
            <a:endParaRPr lang="en-IN" sz="6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US" sz="3200" cap="none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Based Learning –Digital Signal Processing</a:t>
            </a:r>
          </a:p>
          <a:p>
            <a:pPr algn="ctr"/>
            <a:r>
              <a:rPr lang="en-US" sz="3200" cap="none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PHASE III</a:t>
            </a:r>
            <a:endParaRPr lang="en-IN" sz="3200" cap="none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28462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906401"/>
              </p:ext>
            </p:extLst>
          </p:nvPr>
        </p:nvGraphicFramePr>
        <p:xfrm>
          <a:off x="0" y="2"/>
          <a:ext cx="12191999" cy="632388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63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64777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NAME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ROLL NUMBER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477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1.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DIVYA</a:t>
                      </a:r>
                      <a:r>
                        <a:rPr lang="en-US" sz="2800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GAVANE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3122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477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2.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VAISHNAVI FULSUNDAR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3123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477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3.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SHITAL INDULWAR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3131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477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4.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SAMIRA JADHAV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3132</a:t>
                      </a:r>
                      <a:endParaRPr lang="en-IN" sz="2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83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D5BF4-8091-459D-9B55-CA53385FC1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16" t="22500" r="11328" b="14861"/>
          <a:stretch/>
        </p:blipFill>
        <p:spPr>
          <a:xfrm>
            <a:off x="0" y="0"/>
            <a:ext cx="12192000" cy="635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5301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31944"/>
            <a:ext cx="10058400" cy="1003811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PARAMETERS</a:t>
            </a:r>
            <a:endParaRPr lang="en-IN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405" y="1905712"/>
            <a:ext cx="10058400" cy="3606325"/>
          </a:xfrm>
        </p:spPr>
        <p:txBody>
          <a:bodyPr/>
          <a:lstStyle/>
          <a:p>
            <a:pPr marL="0" indent="0" algn="ctr">
              <a:buNone/>
            </a:pPr>
            <a:r>
              <a:rPr lang="en-US" i="1" dirty="0"/>
              <a:t>Sampling frequency,(f) we have taken high so as to achieve better reconstructed signal.</a:t>
            </a:r>
          </a:p>
          <a:p>
            <a:endParaRPr lang="en-US" dirty="0"/>
          </a:p>
          <a:p>
            <a:r>
              <a:rPr lang="en-US" sz="2400" dirty="0"/>
              <a:t>                                        x(n)                                                    y(n)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17279" y="2291299"/>
            <a:ext cx="2760291" cy="17860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499219" y="2734171"/>
            <a:ext cx="1444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H(n)</a:t>
            </a:r>
            <a:endParaRPr lang="en-IN" sz="3600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01084" y="3057337"/>
            <a:ext cx="316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7477570" y="3057337"/>
            <a:ext cx="3418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75874" y="4563454"/>
            <a:ext cx="96909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X(n): input signal      y(n):output signal=input signal +echo(delayed version of input signal)</a:t>
            </a:r>
          </a:p>
          <a:p>
            <a:pPr algn="ctr"/>
            <a:endParaRPr lang="en-US" i="1" dirty="0"/>
          </a:p>
          <a:p>
            <a:pPr algn="ctr"/>
            <a:r>
              <a:rPr lang="en-US" i="1" dirty="0"/>
              <a:t>Sound with delayed version won’t be of same intensity ; it will be attenuated.</a:t>
            </a:r>
          </a:p>
          <a:p>
            <a:pPr algn="ctr"/>
            <a:endParaRPr lang="en-US" dirty="0"/>
          </a:p>
          <a:p>
            <a:pPr algn="ctr"/>
            <a:r>
              <a:rPr lang="en-US" sz="2800" b="1" dirty="0"/>
              <a:t>Y(n)=x(n) + </a:t>
            </a:r>
            <a:r>
              <a:rPr lang="el-GR" sz="2800" b="1"/>
              <a:t>α</a:t>
            </a:r>
            <a:r>
              <a:rPr lang="en-US" sz="2800" b="1"/>
              <a:t>x</a:t>
            </a:r>
            <a:r>
              <a:rPr lang="en-US" sz="2800" b="1" dirty="0"/>
              <a:t>(n-D)       D:delay  , </a:t>
            </a:r>
            <a:r>
              <a:rPr lang="el-GR" sz="2800" b="1" dirty="0"/>
              <a:t>α</a:t>
            </a:r>
            <a:r>
              <a:rPr lang="en-US" sz="2800" b="1" dirty="0"/>
              <a:t>:attenuation constant&lt;1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66024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460" y="128188"/>
            <a:ext cx="11288994" cy="6288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aseline="20000" dirty="0"/>
              <a:t>DIFFERENCE EQUATION:</a:t>
            </a:r>
          </a:p>
          <a:p>
            <a:r>
              <a:rPr lang="en-US" sz="3200" b="1" i="1" baseline="20000" dirty="0"/>
              <a:t>if we assume D=1 and </a:t>
            </a:r>
            <a:r>
              <a:rPr lang="el-GR" sz="3200" b="1" i="1" baseline="20000" dirty="0"/>
              <a:t>α</a:t>
            </a:r>
            <a:r>
              <a:rPr lang="en-US" sz="3200" b="1" i="1" baseline="20000" dirty="0"/>
              <a:t>=0.1</a:t>
            </a:r>
          </a:p>
          <a:p>
            <a:endParaRPr lang="en-US" sz="3200" baseline="20000" dirty="0"/>
          </a:p>
          <a:p>
            <a:r>
              <a:rPr lang="en-US" sz="3200" baseline="20000" dirty="0"/>
              <a:t>THEN </a:t>
            </a:r>
          </a:p>
          <a:p>
            <a:r>
              <a:rPr lang="en-US" sz="3200" i="1" baseline="20000" dirty="0"/>
              <a:t>Y(n)=x(n)+ 0.1 x(n-1)</a:t>
            </a:r>
          </a:p>
          <a:p>
            <a:endParaRPr lang="en-US" sz="3200" baseline="20000" dirty="0"/>
          </a:p>
          <a:p>
            <a:r>
              <a:rPr lang="en-US" sz="3200" baseline="20000" dirty="0"/>
              <a:t>TAKING Z TRANSFORM:</a:t>
            </a:r>
          </a:p>
          <a:p>
            <a:r>
              <a:rPr lang="en-US" sz="3200" b="1" i="1" baseline="20000" dirty="0"/>
              <a:t>y(z)=x(z)+0.1 x(z)z </a:t>
            </a:r>
            <a:r>
              <a:rPr lang="en-US" sz="3200" b="1" i="1" baseline="42000" dirty="0"/>
              <a:t>-1</a:t>
            </a:r>
            <a:endParaRPr lang="en-US" sz="3200" b="1" i="1" dirty="0"/>
          </a:p>
          <a:p>
            <a:r>
              <a:rPr lang="en-US" sz="2000" b="1" i="1" dirty="0"/>
              <a:t>H(z)=y(z)/x(z)=1+0.1z</a:t>
            </a:r>
            <a:r>
              <a:rPr lang="en-US" sz="2000" b="1" i="1" baseline="36000" dirty="0"/>
              <a:t>-1</a:t>
            </a:r>
          </a:p>
          <a:p>
            <a:endParaRPr lang="en-US" sz="3200" baseline="36000" dirty="0"/>
          </a:p>
          <a:p>
            <a:r>
              <a:rPr lang="en-US" sz="3200" baseline="36000" dirty="0"/>
              <a:t>Numerator:[1,0.1]</a:t>
            </a:r>
          </a:p>
          <a:p>
            <a:r>
              <a:rPr lang="en-US" sz="3200" baseline="36000" dirty="0"/>
              <a:t>Denominator:[1]………</a:t>
            </a:r>
            <a:r>
              <a:rPr lang="en-US" sz="3200" b="1" baseline="36000" dirty="0"/>
              <a:t>more amount of delay should be taken so as to differentiate between the original signal and echo added signal. </a:t>
            </a:r>
          </a:p>
          <a:p>
            <a:endParaRPr lang="en-US" sz="3200" baseline="36000" dirty="0"/>
          </a:p>
          <a:p>
            <a:r>
              <a:rPr lang="en-US" sz="3200" baseline="36000" dirty="0"/>
              <a:t>Similarly,</a:t>
            </a:r>
          </a:p>
          <a:p>
            <a:r>
              <a:rPr lang="en-US" sz="3200" baseline="36000" dirty="0"/>
              <a:t>for D=2…………..numerator=[1,0,0.1] ,denominator=[1]</a:t>
            </a:r>
          </a:p>
          <a:p>
            <a:r>
              <a:rPr lang="en-US" sz="3200" baseline="36000" dirty="0"/>
              <a:t>For D=3…………..numerator=[1,0,0,0.1] , denominator=[1]</a:t>
            </a:r>
          </a:p>
          <a:p>
            <a:endParaRPr lang="en-US" sz="2800" baseline="36000" dirty="0"/>
          </a:p>
        </p:txBody>
      </p:sp>
    </p:spTree>
    <p:extLst>
      <p:ext uri="{BB962C8B-B14F-4D97-AF65-F5344CB8AC3E}">
        <p14:creationId xmlns:p14="http://schemas.microsoft.com/office/powerpoint/2010/main" val="4273622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187" y="205099"/>
            <a:ext cx="1186156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get back the original signal we will have to find G(z) such that</a:t>
            </a:r>
          </a:p>
          <a:p>
            <a:endParaRPr lang="en-US" sz="2400" dirty="0"/>
          </a:p>
          <a:p>
            <a:r>
              <a:rPr lang="en-US" sz="2400" b="1" i="1" dirty="0"/>
              <a:t>H(z).G(z)=1</a:t>
            </a:r>
          </a:p>
          <a:p>
            <a:endParaRPr lang="en-US" sz="2400" dirty="0"/>
          </a:p>
          <a:p>
            <a:r>
              <a:rPr lang="en-US" sz="2400" dirty="0"/>
              <a:t>That is </a:t>
            </a:r>
          </a:p>
          <a:p>
            <a:r>
              <a:rPr lang="en-US" sz="2400" b="1" i="1" dirty="0"/>
              <a:t>G(z)=1/H(z) </a:t>
            </a:r>
          </a:p>
          <a:p>
            <a:endParaRPr lang="en-US" sz="2400" dirty="0"/>
          </a:p>
          <a:p>
            <a:r>
              <a:rPr lang="en-US" sz="2400" dirty="0"/>
              <a:t> for example ,</a:t>
            </a:r>
          </a:p>
          <a:p>
            <a:r>
              <a:rPr lang="en-US" sz="2400" b="1" i="1" dirty="0"/>
              <a:t>If   H(z)=1+0.8z^-11 /z^-11    ,   G(z)=z^-11 /1+0.8z^-11</a:t>
            </a:r>
          </a:p>
          <a:p>
            <a:r>
              <a:rPr lang="en-US" sz="2400" i="1" dirty="0"/>
              <a:t>So now the numerator and denominator values must be swapped in order to get back the original echo free audio signal.</a:t>
            </a:r>
          </a:p>
          <a:p>
            <a:endParaRPr lang="en-US" sz="2400" dirty="0"/>
          </a:p>
          <a:p>
            <a:r>
              <a:rPr lang="en-US" sz="2400" dirty="0"/>
              <a:t>Now,</a:t>
            </a:r>
          </a:p>
          <a:p>
            <a:r>
              <a:rPr lang="en-US" sz="2400" dirty="0"/>
              <a:t>Numerator=[1];</a:t>
            </a:r>
          </a:p>
          <a:p>
            <a:r>
              <a:rPr lang="en-US" sz="2400" dirty="0"/>
              <a:t>Denominator=[1,zeros(limit),</a:t>
            </a:r>
            <a:r>
              <a:rPr lang="el-GR" sz="2400" dirty="0"/>
              <a:t>α</a:t>
            </a:r>
            <a:r>
              <a:rPr lang="en-US" sz="2400" dirty="0"/>
              <a:t>];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90793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2290272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CODE USED AND OUTPUTS</a:t>
            </a:r>
          </a:p>
          <a:p>
            <a:pPr algn="ctr"/>
            <a:r>
              <a:rPr lang="en-US" sz="4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TWO VARIATIONS</a:t>
            </a:r>
          </a:p>
          <a:p>
            <a:pPr algn="ctr"/>
            <a:r>
              <a:rPr lang="en-US" sz="4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THE PROCESSING</a:t>
            </a:r>
            <a:endParaRPr lang="en-IN" sz="4000" b="1" i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8658879"/>
      </p:ext>
    </p:extLst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0020" y="2649196"/>
            <a:ext cx="118501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USING SAMPLE THAT IS RECORDED IN MATLAB</a:t>
            </a:r>
            <a:endParaRPr lang="en-IN" sz="4000" b="1" i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7892858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3324"/>
            <a:ext cx="4117067" cy="320467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9542" y="3642285"/>
            <a:ext cx="4002458" cy="321571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067" y="3663226"/>
            <a:ext cx="4072475" cy="31947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9902"/>
            <a:ext cx="4375076" cy="36533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074" y="337648"/>
            <a:ext cx="4375076" cy="21064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561" y="337648"/>
            <a:ext cx="3729439" cy="227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69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5022" y="2671766"/>
            <a:ext cx="83077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USING A READY TO USE AUDIO FILE </a:t>
            </a:r>
          </a:p>
        </p:txBody>
      </p:sp>
    </p:spTree>
    <p:extLst>
      <p:ext uri="{BB962C8B-B14F-4D97-AF65-F5344CB8AC3E}">
        <p14:creationId xmlns:p14="http://schemas.microsoft.com/office/powerpoint/2010/main" val="1868101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879790"/>
            <a:ext cx="3845606" cy="29782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608" y="3879790"/>
            <a:ext cx="4076344" cy="29782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1952" y="3879790"/>
            <a:ext cx="4305322" cy="29782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4198834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1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51" y="0"/>
            <a:ext cx="3845606" cy="38797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5942" y="261611"/>
            <a:ext cx="3495675" cy="29857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962" y="347068"/>
            <a:ext cx="3230311" cy="2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745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093" y="213645"/>
            <a:ext cx="10058400" cy="968239"/>
          </a:xfrm>
        </p:spPr>
        <p:txBody>
          <a:bodyPr/>
          <a:lstStyle/>
          <a:p>
            <a:pPr algn="ctr"/>
            <a:r>
              <a:rPr lang="en-US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  <a:endParaRPr lang="en-IN" b="1" i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463" y="1845734"/>
            <a:ext cx="11844470" cy="40233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i="1" dirty="0"/>
              <a:t>Echo can be added to a input signal just by adding its delayed and attenuated version to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1" dirty="0"/>
              <a:t>Parameters like delay constant , sampling frequency , attenuation constant and hence numerator and denominator coefficients determine the amount of echo added in the input signal.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1" dirty="0"/>
              <a:t>Echo removal can be done by adjusting the delay and attenuation constant in such a way that inverse of a transfer function when multiplied by itself gives 1 as product.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i="1" dirty="0"/>
              <a:t>Echo addition and removal in audio signals using MATLAB ,is easy to implement on the software after having studied the parameters and their relation with difference equation.</a:t>
            </a:r>
          </a:p>
        </p:txBody>
      </p:sp>
    </p:spTree>
    <p:extLst>
      <p:ext uri="{BB962C8B-B14F-4D97-AF65-F5344CB8AC3E}">
        <p14:creationId xmlns:p14="http://schemas.microsoft.com/office/powerpoint/2010/main" val="163356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68837" y="2119357"/>
            <a:ext cx="7024643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35652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498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Wingdings</vt:lpstr>
      <vt:lpstr>Retrospect</vt:lpstr>
      <vt:lpstr>ECHO ADDITION AND REMOVAL  IN  AUDIO SIGNALS</vt:lpstr>
      <vt:lpstr>PowerPoint Presentation</vt:lpstr>
      <vt:lpstr>PowerPoint Presentation</vt:lpstr>
      <vt:lpstr>PARAMETERS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 ADDITION AND REMOVAL  IN  AUDIO SIGNALS</dc:title>
  <dc:creator>Microsoft account</dc:creator>
  <cp:lastModifiedBy>Divya Gavane</cp:lastModifiedBy>
  <cp:revision>32</cp:revision>
  <dcterms:created xsi:type="dcterms:W3CDTF">2021-05-01T10:58:19Z</dcterms:created>
  <dcterms:modified xsi:type="dcterms:W3CDTF">2021-05-04T06:48:31Z</dcterms:modified>
</cp:coreProperties>
</file>
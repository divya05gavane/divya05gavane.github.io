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theme/theme3.xml" ContentType="application/vnd.openxmlformats-officedocument.theme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theme/theme4.xml" ContentType="application/vnd.openxmlformats-officedocument.theme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theme/theme5.xml" ContentType="application/vnd.openxmlformats-officedocument.theme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6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theme/theme7.xml" ContentType="application/vnd.openxmlformats-officedocument.theme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theme/theme8.xml" ContentType="application/vnd.openxmlformats-officedocument.theme+xml"/>
  <Override PartName="/ppt/tags/tag1.xml" ContentType="application/vnd.openxmlformats-officedocument.presentationml.tags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theme/theme9.xml" ContentType="application/vnd.openxmlformats-officedocument.theme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10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theme/theme11.xml" ContentType="application/vnd.openxmlformats-officedocument.theme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theme/theme12.xml" ContentType="application/vnd.openxmlformats-officedocument.theme+xml"/>
  <Override PartName="/ppt/tags/tag2.xml" ContentType="application/vnd.openxmlformats-officedocument.presentationml.tags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theme/theme13.xml" ContentType="application/vnd.openxmlformats-officedocument.theme+xml"/>
  <Override PartName="/ppt/theme/theme14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4"/>
    <p:sldMasterId id="2147483690" r:id="rId5"/>
    <p:sldMasterId id="2147483705" r:id="rId6"/>
    <p:sldMasterId id="2147483779" r:id="rId7"/>
    <p:sldMasterId id="2147483992" r:id="rId8"/>
    <p:sldMasterId id="2147484128" r:id="rId9"/>
    <p:sldMasterId id="2147484170" r:id="rId10"/>
    <p:sldMasterId id="2147484196" r:id="rId11"/>
    <p:sldMasterId id="2147484207" r:id="rId12"/>
    <p:sldMasterId id="2147484223" r:id="rId13"/>
    <p:sldMasterId id="2147484244" r:id="rId14"/>
    <p:sldMasterId id="2147484269" r:id="rId15"/>
    <p:sldMasterId id="2147484285" r:id="rId16"/>
  </p:sldMasterIdLst>
  <p:notesMasterIdLst>
    <p:notesMasterId r:id="rId37"/>
  </p:notesMasterIdLst>
  <p:sldIdLst>
    <p:sldId id="4152" r:id="rId17"/>
    <p:sldId id="4195" r:id="rId18"/>
    <p:sldId id="4168" r:id="rId19"/>
    <p:sldId id="4169" r:id="rId20"/>
    <p:sldId id="4170" r:id="rId21"/>
    <p:sldId id="4171" r:id="rId22"/>
    <p:sldId id="4196" r:id="rId23"/>
    <p:sldId id="4175" r:id="rId24"/>
    <p:sldId id="4176" r:id="rId25"/>
    <p:sldId id="4177" r:id="rId26"/>
    <p:sldId id="4166" r:id="rId27"/>
    <p:sldId id="4179" r:id="rId28"/>
    <p:sldId id="4180" r:id="rId29"/>
    <p:sldId id="4181" r:id="rId30"/>
    <p:sldId id="4182" r:id="rId31"/>
    <p:sldId id="4157" r:id="rId32"/>
    <p:sldId id="4161" r:id="rId33"/>
    <p:sldId id="4159" r:id="rId34"/>
    <p:sldId id="4190" r:id="rId35"/>
    <p:sldId id="416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32307B3-D09E-4B09-941B-A0E48F80E1F4}">
          <p14:sldIdLst>
            <p14:sldId id="4152"/>
            <p14:sldId id="4195"/>
            <p14:sldId id="4168"/>
            <p14:sldId id="4169"/>
            <p14:sldId id="4170"/>
            <p14:sldId id="4171"/>
            <p14:sldId id="4196"/>
            <p14:sldId id="4175"/>
            <p14:sldId id="4176"/>
            <p14:sldId id="4177"/>
            <p14:sldId id="4166"/>
            <p14:sldId id="4179"/>
            <p14:sldId id="4180"/>
            <p14:sldId id="4181"/>
            <p14:sldId id="4182"/>
            <p14:sldId id="4157"/>
            <p14:sldId id="4161"/>
            <p14:sldId id="4159"/>
            <p14:sldId id="4190"/>
            <p14:sldId id="416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oel Sobelman" initials="NS" lastIdx="12" clrIdx="0"/>
  <p:cmAuthor id="2" name="Chris Fodouop" initials="CF" lastIdx="5" clrIdx="1">
    <p:extLst>
      <p:ext uri="{19B8F6BF-5375-455C-9EA6-DF929625EA0E}">
        <p15:presenceInfo xmlns:p15="http://schemas.microsoft.com/office/powerpoint/2012/main" userId="S::Chris.Fodouop@bd.com::ba5d67bc-4304-4feb-a4f5-f8c73499c2dc" providerId="AD"/>
      </p:ext>
    </p:extLst>
  </p:cmAuthor>
  <p:cmAuthor id="3" name="Katie Davis" initials="KD" lastIdx="6" clrIdx="2">
    <p:extLst>
      <p:ext uri="{19B8F6BF-5375-455C-9EA6-DF929625EA0E}">
        <p15:presenceInfo xmlns:p15="http://schemas.microsoft.com/office/powerpoint/2012/main" userId="S::Kathleen.Davis@bd.com::e9c3483d-91ae-4aac-abce-d598b24329a5" providerId="AD"/>
      </p:ext>
    </p:extLst>
  </p:cmAuthor>
  <p:cmAuthor id="4" name="Jill Walthall" initials="JW" lastIdx="2" clrIdx="3">
    <p:extLst>
      <p:ext uri="{19B8F6BF-5375-455C-9EA6-DF929625EA0E}">
        <p15:presenceInfo xmlns:p15="http://schemas.microsoft.com/office/powerpoint/2012/main" userId="S::Jill.Walthall@bd.com::c7f863ac-5829-4950-b5aa-060857d9f7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4791"/>
    <a:srgbClr val="FFC000"/>
    <a:srgbClr val="FF5050"/>
    <a:srgbClr val="E6AF00"/>
    <a:srgbClr val="FFBB5B"/>
    <a:srgbClr val="002060"/>
    <a:srgbClr val="DAD4CF"/>
    <a:srgbClr val="D9D9D9"/>
    <a:srgbClr val="F07723"/>
    <a:srgbClr val="C1B8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2" d="100"/>
          <a:sy n="62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" Target="slides/slide4.xml"/><Relationship Id="rId29" Type="http://schemas.openxmlformats.org/officeDocument/2006/relationships/slide" Target="slides/slide13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AEAC0D-1A90-45BE-8017-4FC613C77AA6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CE0D530-7D1C-45F0-A0A2-0FCA714688DE}">
      <dgm:prSet custT="1"/>
      <dgm:spPr/>
      <dgm:t>
        <a:bodyPr/>
        <a:lstStyle/>
        <a:p>
          <a:r>
            <a:rPr lang="en-US" sz="3200" b="0" i="0" dirty="0">
              <a:latin typeface="Century Schoolbook" panose="02040604050505020304" pitchFamily="18" charset="0"/>
            </a:rPr>
            <a:t>Urinary incontinence is the involuntary leakage of urine. It means a person urinates when they do not want to. Control over the urinary sphincter is either lost or weakened.</a:t>
          </a:r>
          <a:endParaRPr lang="en-US" sz="3200" dirty="0">
            <a:latin typeface="Century Schoolbook" panose="02040604050505020304" pitchFamily="18" charset="0"/>
          </a:endParaRPr>
        </a:p>
      </dgm:t>
    </dgm:pt>
    <dgm:pt modelId="{FDA84753-6284-489D-AF65-05FED96C253E}" type="parTrans" cxnId="{554AE9B0-CAA4-402D-A2F7-CC5DC11F2CCE}">
      <dgm:prSet/>
      <dgm:spPr/>
      <dgm:t>
        <a:bodyPr/>
        <a:lstStyle/>
        <a:p>
          <a:endParaRPr lang="en-US"/>
        </a:p>
      </dgm:t>
    </dgm:pt>
    <dgm:pt modelId="{E6440734-EBFC-4133-A486-B335513DE9E2}" type="sibTrans" cxnId="{554AE9B0-CAA4-402D-A2F7-CC5DC11F2CCE}">
      <dgm:prSet/>
      <dgm:spPr/>
      <dgm:t>
        <a:bodyPr/>
        <a:lstStyle/>
        <a:p>
          <a:endParaRPr lang="en-US"/>
        </a:p>
      </dgm:t>
    </dgm:pt>
    <dgm:pt modelId="{88A6B8E6-AA9B-46D5-938F-55B2E35DF94C}">
      <dgm:prSet custT="1"/>
      <dgm:spPr/>
      <dgm:t>
        <a:bodyPr/>
        <a:lstStyle/>
        <a:p>
          <a:r>
            <a:rPr lang="en-US" sz="3200" b="0" i="0" dirty="0">
              <a:latin typeface="Century Schoolbook" panose="02040604050505020304" pitchFamily="18" charset="0"/>
            </a:rPr>
            <a:t>Urinary incontinence is more common among women than men. An estimated </a:t>
          </a:r>
          <a:r>
            <a:rPr lang="en-US" sz="3200" b="1" dirty="0">
              <a:latin typeface="Century Schoolbook" panose="02040604050505020304" pitchFamily="18" charset="0"/>
            </a:rPr>
            <a:t>30 percent</a:t>
          </a:r>
          <a:r>
            <a:rPr lang="en-US" sz="3200" b="0" i="0" dirty="0">
              <a:latin typeface="Century Schoolbook" panose="02040604050505020304" pitchFamily="18" charset="0"/>
            </a:rPr>
            <a:t> of females aged 30-60 are thought to suffer from it, compared to 1.5-5 percent of men.</a:t>
          </a:r>
          <a:endParaRPr lang="en-US" sz="3200" dirty="0">
            <a:latin typeface="Century Schoolbook" panose="02040604050505020304" pitchFamily="18" charset="0"/>
          </a:endParaRPr>
        </a:p>
      </dgm:t>
    </dgm:pt>
    <dgm:pt modelId="{241F64B4-E46F-4385-B544-58BDC1F2559E}" type="parTrans" cxnId="{A15E22E2-EB29-4153-B3C9-07E7EE26BE62}">
      <dgm:prSet/>
      <dgm:spPr/>
      <dgm:t>
        <a:bodyPr/>
        <a:lstStyle/>
        <a:p>
          <a:endParaRPr lang="en-US"/>
        </a:p>
      </dgm:t>
    </dgm:pt>
    <dgm:pt modelId="{BBFCEBC1-72A2-4A45-9AEC-B94DBC30648C}" type="sibTrans" cxnId="{A15E22E2-EB29-4153-B3C9-07E7EE26BE62}">
      <dgm:prSet/>
      <dgm:spPr/>
      <dgm:t>
        <a:bodyPr/>
        <a:lstStyle/>
        <a:p>
          <a:endParaRPr lang="en-US"/>
        </a:p>
      </dgm:t>
    </dgm:pt>
    <dgm:pt modelId="{3D7FB7E2-2B9B-44B0-9BEB-592DC9446734}" type="pres">
      <dgm:prSet presAssocID="{16AEAC0D-1A90-45BE-8017-4FC613C77AA6}" presName="vert0" presStyleCnt="0">
        <dgm:presLayoutVars>
          <dgm:dir/>
          <dgm:animOne val="branch"/>
          <dgm:animLvl val="lvl"/>
        </dgm:presLayoutVars>
      </dgm:prSet>
      <dgm:spPr/>
    </dgm:pt>
    <dgm:pt modelId="{D11FC8F1-F2A8-4190-8BAE-31AC3290E1A1}" type="pres">
      <dgm:prSet presAssocID="{6CE0D530-7D1C-45F0-A0A2-0FCA714688DE}" presName="thickLine" presStyleLbl="alignNode1" presStyleIdx="0" presStyleCnt="2"/>
      <dgm:spPr/>
    </dgm:pt>
    <dgm:pt modelId="{30E215FA-8F4E-48A2-860E-607A921E5742}" type="pres">
      <dgm:prSet presAssocID="{6CE0D530-7D1C-45F0-A0A2-0FCA714688DE}" presName="horz1" presStyleCnt="0"/>
      <dgm:spPr/>
    </dgm:pt>
    <dgm:pt modelId="{88FD45E1-4763-44BD-BFDF-4C359AC9B5F6}" type="pres">
      <dgm:prSet presAssocID="{6CE0D530-7D1C-45F0-A0A2-0FCA714688DE}" presName="tx1" presStyleLbl="revTx" presStyleIdx="0" presStyleCnt="2"/>
      <dgm:spPr/>
    </dgm:pt>
    <dgm:pt modelId="{7234B1B8-F960-4997-AB2B-C5C12A1B083D}" type="pres">
      <dgm:prSet presAssocID="{6CE0D530-7D1C-45F0-A0A2-0FCA714688DE}" presName="vert1" presStyleCnt="0"/>
      <dgm:spPr/>
    </dgm:pt>
    <dgm:pt modelId="{506EC126-4A34-4184-9483-93C6D4A4C465}" type="pres">
      <dgm:prSet presAssocID="{88A6B8E6-AA9B-46D5-938F-55B2E35DF94C}" presName="thickLine" presStyleLbl="alignNode1" presStyleIdx="1" presStyleCnt="2"/>
      <dgm:spPr/>
    </dgm:pt>
    <dgm:pt modelId="{F97B035C-B6EF-4802-BA57-C79741E38C11}" type="pres">
      <dgm:prSet presAssocID="{88A6B8E6-AA9B-46D5-938F-55B2E35DF94C}" presName="horz1" presStyleCnt="0"/>
      <dgm:spPr/>
    </dgm:pt>
    <dgm:pt modelId="{93265726-18F0-4082-B900-85455C18CD5E}" type="pres">
      <dgm:prSet presAssocID="{88A6B8E6-AA9B-46D5-938F-55B2E35DF94C}" presName="tx1" presStyleLbl="revTx" presStyleIdx="1" presStyleCnt="2"/>
      <dgm:spPr/>
    </dgm:pt>
    <dgm:pt modelId="{32997EDB-7CD7-46EC-B775-78D124320089}" type="pres">
      <dgm:prSet presAssocID="{88A6B8E6-AA9B-46D5-938F-55B2E35DF94C}" presName="vert1" presStyleCnt="0"/>
      <dgm:spPr/>
    </dgm:pt>
  </dgm:ptLst>
  <dgm:cxnLst>
    <dgm:cxn modelId="{203E272B-B847-46D6-B760-632BE10A4F66}" type="presOf" srcId="{88A6B8E6-AA9B-46D5-938F-55B2E35DF94C}" destId="{93265726-18F0-4082-B900-85455C18CD5E}" srcOrd="0" destOrd="0" presId="urn:microsoft.com/office/officeart/2008/layout/LinedList"/>
    <dgm:cxn modelId="{554AE9B0-CAA4-402D-A2F7-CC5DC11F2CCE}" srcId="{16AEAC0D-1A90-45BE-8017-4FC613C77AA6}" destId="{6CE0D530-7D1C-45F0-A0A2-0FCA714688DE}" srcOrd="0" destOrd="0" parTransId="{FDA84753-6284-489D-AF65-05FED96C253E}" sibTransId="{E6440734-EBFC-4133-A486-B335513DE9E2}"/>
    <dgm:cxn modelId="{B2E57EB6-CEEB-4B4A-BB23-46A68F583A70}" type="presOf" srcId="{16AEAC0D-1A90-45BE-8017-4FC613C77AA6}" destId="{3D7FB7E2-2B9B-44B0-9BEB-592DC9446734}" srcOrd="0" destOrd="0" presId="urn:microsoft.com/office/officeart/2008/layout/LinedList"/>
    <dgm:cxn modelId="{E46974DE-AB74-40D9-89A3-3B06B4147D65}" type="presOf" srcId="{6CE0D530-7D1C-45F0-A0A2-0FCA714688DE}" destId="{88FD45E1-4763-44BD-BFDF-4C359AC9B5F6}" srcOrd="0" destOrd="0" presId="urn:microsoft.com/office/officeart/2008/layout/LinedList"/>
    <dgm:cxn modelId="{A15E22E2-EB29-4153-B3C9-07E7EE26BE62}" srcId="{16AEAC0D-1A90-45BE-8017-4FC613C77AA6}" destId="{88A6B8E6-AA9B-46D5-938F-55B2E35DF94C}" srcOrd="1" destOrd="0" parTransId="{241F64B4-E46F-4385-B544-58BDC1F2559E}" sibTransId="{BBFCEBC1-72A2-4A45-9AEC-B94DBC30648C}"/>
    <dgm:cxn modelId="{659DEFF4-4316-4E60-B8F1-D81A9B9BBA3E}" type="presParOf" srcId="{3D7FB7E2-2B9B-44B0-9BEB-592DC9446734}" destId="{D11FC8F1-F2A8-4190-8BAE-31AC3290E1A1}" srcOrd="0" destOrd="0" presId="urn:microsoft.com/office/officeart/2008/layout/LinedList"/>
    <dgm:cxn modelId="{00105A93-F949-48C8-B836-187E21FC67D9}" type="presParOf" srcId="{3D7FB7E2-2B9B-44B0-9BEB-592DC9446734}" destId="{30E215FA-8F4E-48A2-860E-607A921E5742}" srcOrd="1" destOrd="0" presId="urn:microsoft.com/office/officeart/2008/layout/LinedList"/>
    <dgm:cxn modelId="{77FF7F97-8A32-4F04-B397-6DF3EB42A2FC}" type="presParOf" srcId="{30E215FA-8F4E-48A2-860E-607A921E5742}" destId="{88FD45E1-4763-44BD-BFDF-4C359AC9B5F6}" srcOrd="0" destOrd="0" presId="urn:microsoft.com/office/officeart/2008/layout/LinedList"/>
    <dgm:cxn modelId="{7495F5DF-0E77-4BB8-BFA7-E63A83513B6E}" type="presParOf" srcId="{30E215FA-8F4E-48A2-860E-607A921E5742}" destId="{7234B1B8-F960-4997-AB2B-C5C12A1B083D}" srcOrd="1" destOrd="0" presId="urn:microsoft.com/office/officeart/2008/layout/LinedList"/>
    <dgm:cxn modelId="{C016BC52-A0EB-4A66-9721-F138FA97AD1F}" type="presParOf" srcId="{3D7FB7E2-2B9B-44B0-9BEB-592DC9446734}" destId="{506EC126-4A34-4184-9483-93C6D4A4C465}" srcOrd="2" destOrd="0" presId="urn:microsoft.com/office/officeart/2008/layout/LinedList"/>
    <dgm:cxn modelId="{7CF07FB1-9363-4DF4-AB5A-8BDD22DCF76B}" type="presParOf" srcId="{3D7FB7E2-2B9B-44B0-9BEB-592DC9446734}" destId="{F97B035C-B6EF-4802-BA57-C79741E38C11}" srcOrd="3" destOrd="0" presId="urn:microsoft.com/office/officeart/2008/layout/LinedList"/>
    <dgm:cxn modelId="{ED9EE7A3-69C4-4E5D-B74C-833AF7EEBB0F}" type="presParOf" srcId="{F97B035C-B6EF-4802-BA57-C79741E38C11}" destId="{93265726-18F0-4082-B900-85455C18CD5E}" srcOrd="0" destOrd="0" presId="urn:microsoft.com/office/officeart/2008/layout/LinedList"/>
    <dgm:cxn modelId="{7F701288-BB80-4F02-A8D0-554D5AEC14DD}" type="presParOf" srcId="{F97B035C-B6EF-4802-BA57-C79741E38C11}" destId="{32997EDB-7CD7-46EC-B775-78D124320089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CFE40-D42D-4DC1-B7D4-8044701C9E38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5E01DE-94DD-485F-846C-5490A4B02E06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Stress</a:t>
          </a:r>
        </a:p>
      </dgm:t>
    </dgm:pt>
    <dgm:pt modelId="{D621AD70-934E-43CD-9686-EB5DD4FCF077}" type="parTrans" cxnId="{6A66EA8A-3D48-4505-83CB-1B5FB87C4494}">
      <dgm:prSet/>
      <dgm:spPr/>
      <dgm:t>
        <a:bodyPr/>
        <a:lstStyle/>
        <a:p>
          <a:endParaRPr lang="en-US"/>
        </a:p>
      </dgm:t>
    </dgm:pt>
    <dgm:pt modelId="{49B88B4A-15D3-4F24-A158-DE8198D34756}" type="sibTrans" cxnId="{6A66EA8A-3D48-4505-83CB-1B5FB87C4494}">
      <dgm:prSet/>
      <dgm:spPr/>
      <dgm:t>
        <a:bodyPr/>
        <a:lstStyle/>
        <a:p>
          <a:endParaRPr lang="en-US"/>
        </a:p>
      </dgm:t>
    </dgm:pt>
    <dgm:pt modelId="{03B74BA4-94F6-40E4-ADC6-81465852F759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Urine leaks out while coughing, laughing, or doing some activity, such as running or jumping.</a:t>
          </a:r>
          <a:endParaRPr lang="en-US" dirty="0"/>
        </a:p>
      </dgm:t>
    </dgm:pt>
    <dgm:pt modelId="{9AC7EBFC-F113-435A-A7AB-882421CED515}" type="parTrans" cxnId="{0C280FB7-2198-42E3-ABBE-8F95AE766C17}">
      <dgm:prSet/>
      <dgm:spPr/>
      <dgm:t>
        <a:bodyPr/>
        <a:lstStyle/>
        <a:p>
          <a:endParaRPr lang="en-US"/>
        </a:p>
      </dgm:t>
    </dgm:pt>
    <dgm:pt modelId="{1FFBED6A-3F8E-462C-AEBF-03CBC27D5715}" type="sibTrans" cxnId="{0C280FB7-2198-42E3-ABBE-8F95AE766C17}">
      <dgm:prSet/>
      <dgm:spPr/>
      <dgm:t>
        <a:bodyPr/>
        <a:lstStyle/>
        <a:p>
          <a:endParaRPr lang="en-US"/>
        </a:p>
      </dgm:t>
    </dgm:pt>
    <dgm:pt modelId="{CEE3402D-F351-4BF9-8A68-21D5BD2E4401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Overflow</a:t>
          </a:r>
        </a:p>
      </dgm:t>
    </dgm:pt>
    <dgm:pt modelId="{3FB08294-47CB-4DC5-A95F-03131FDD1C1F}" type="parTrans" cxnId="{98D7D18F-6AC1-4BBC-8726-1C7615AB6C81}">
      <dgm:prSet/>
      <dgm:spPr/>
      <dgm:t>
        <a:bodyPr/>
        <a:lstStyle/>
        <a:p>
          <a:endParaRPr lang="en-US"/>
        </a:p>
      </dgm:t>
    </dgm:pt>
    <dgm:pt modelId="{2021315B-6EBC-45D7-9585-5E0BA47CEB20}" type="sibTrans" cxnId="{98D7D18F-6AC1-4BBC-8726-1C7615AB6C81}">
      <dgm:prSet/>
      <dgm:spPr/>
      <dgm:t>
        <a:bodyPr/>
        <a:lstStyle/>
        <a:p>
          <a:endParaRPr lang="en-US"/>
        </a:p>
      </dgm:t>
    </dgm:pt>
    <dgm:pt modelId="{B92AAADF-6A31-40BB-95E4-47059A49997A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The inability to empty the bladder completely can result in leaking.</a:t>
          </a:r>
          <a:endParaRPr lang="en-US" dirty="0"/>
        </a:p>
      </dgm:t>
    </dgm:pt>
    <dgm:pt modelId="{9EA5EEC1-FAC3-48B2-839C-B169AD0F5DC6}" type="parTrans" cxnId="{ADABDB13-9031-4B41-97D7-D2F0E0F1B454}">
      <dgm:prSet/>
      <dgm:spPr/>
      <dgm:t>
        <a:bodyPr/>
        <a:lstStyle/>
        <a:p>
          <a:endParaRPr lang="en-US"/>
        </a:p>
      </dgm:t>
    </dgm:pt>
    <dgm:pt modelId="{72888AFF-B0FF-4B2E-97F8-08C282764846}" type="sibTrans" cxnId="{ADABDB13-9031-4B41-97D7-D2F0E0F1B454}">
      <dgm:prSet/>
      <dgm:spPr/>
      <dgm:t>
        <a:bodyPr/>
        <a:lstStyle/>
        <a:p>
          <a:endParaRPr lang="en-US"/>
        </a:p>
      </dgm:t>
    </dgm:pt>
    <dgm:pt modelId="{A9C85FEE-2A76-4139-BFBC-BAC0BF972023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Urge</a:t>
          </a:r>
        </a:p>
      </dgm:t>
    </dgm:pt>
    <dgm:pt modelId="{2841EC6B-88FA-4DEE-B661-6E933972DDCE}" type="sibTrans" cxnId="{DE75644F-D47E-42EB-AF23-E13AB31F298A}">
      <dgm:prSet/>
      <dgm:spPr/>
      <dgm:t>
        <a:bodyPr/>
        <a:lstStyle/>
        <a:p>
          <a:endParaRPr lang="en-US"/>
        </a:p>
      </dgm:t>
    </dgm:pt>
    <dgm:pt modelId="{5F6CD823-1B8D-4CC2-A270-AA55CBBF54B3}" type="parTrans" cxnId="{DE75644F-D47E-42EB-AF23-E13AB31F298A}">
      <dgm:prSet/>
      <dgm:spPr/>
      <dgm:t>
        <a:bodyPr/>
        <a:lstStyle/>
        <a:p>
          <a:endParaRPr lang="en-US"/>
        </a:p>
      </dgm:t>
    </dgm:pt>
    <dgm:pt modelId="{787F9683-0BAB-4381-A68F-0272F532D5DA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There is a sudden and intense urge to urinate, and urine leaks at the same time or just after.</a:t>
          </a:r>
          <a:endParaRPr lang="en-US" dirty="0"/>
        </a:p>
      </dgm:t>
    </dgm:pt>
    <dgm:pt modelId="{CCE7774C-FCFC-4B3B-BF46-353433434C75}" type="sibTrans" cxnId="{2B2E9E6E-694C-43B4-A217-7B5523665043}">
      <dgm:prSet/>
      <dgm:spPr/>
      <dgm:t>
        <a:bodyPr/>
        <a:lstStyle/>
        <a:p>
          <a:endParaRPr lang="en-US"/>
        </a:p>
      </dgm:t>
    </dgm:pt>
    <dgm:pt modelId="{F431AB64-9B8C-4DAC-95D0-E7847167EFFD}" type="parTrans" cxnId="{2B2E9E6E-694C-43B4-A217-7B5523665043}">
      <dgm:prSet/>
      <dgm:spPr/>
      <dgm:t>
        <a:bodyPr/>
        <a:lstStyle/>
        <a:p>
          <a:endParaRPr lang="en-US"/>
        </a:p>
      </dgm:t>
    </dgm:pt>
    <dgm:pt modelId="{487803F4-7067-4548-9BF5-8BA140FD3FAF}" type="pres">
      <dgm:prSet presAssocID="{B64CFE40-D42D-4DC1-B7D4-8044701C9E38}" presName="Name0" presStyleCnt="0">
        <dgm:presLayoutVars>
          <dgm:dir/>
          <dgm:animLvl val="lvl"/>
          <dgm:resizeHandles val="exact"/>
        </dgm:presLayoutVars>
      </dgm:prSet>
      <dgm:spPr/>
    </dgm:pt>
    <dgm:pt modelId="{FC6D8481-BD8B-42FD-A4D2-C4D82BC1F1FC}" type="pres">
      <dgm:prSet presAssocID="{6C5E01DE-94DD-485F-846C-5490A4B02E06}" presName="linNode" presStyleCnt="0"/>
      <dgm:spPr/>
    </dgm:pt>
    <dgm:pt modelId="{B9A869DB-A560-42C1-A12D-5D45D8705FAF}" type="pres">
      <dgm:prSet presAssocID="{6C5E01DE-94DD-485F-846C-5490A4B02E06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89EBF06-4859-423F-B098-38B4948BA0E8}" type="pres">
      <dgm:prSet presAssocID="{6C5E01DE-94DD-485F-846C-5490A4B02E06}" presName="descendantText" presStyleLbl="alignAccFollowNode1" presStyleIdx="0" presStyleCnt="3">
        <dgm:presLayoutVars>
          <dgm:bulletEnabled val="1"/>
        </dgm:presLayoutVars>
      </dgm:prSet>
      <dgm:spPr/>
    </dgm:pt>
    <dgm:pt modelId="{42F64F34-96AE-4959-A2CD-BFCD82428058}" type="pres">
      <dgm:prSet presAssocID="{49B88B4A-15D3-4F24-A158-DE8198D34756}" presName="sp" presStyleCnt="0"/>
      <dgm:spPr/>
    </dgm:pt>
    <dgm:pt modelId="{6667A25F-B7F0-47E6-9B84-1425A0861DDB}" type="pres">
      <dgm:prSet presAssocID="{A9C85FEE-2A76-4139-BFBC-BAC0BF972023}" presName="linNode" presStyleCnt="0"/>
      <dgm:spPr/>
    </dgm:pt>
    <dgm:pt modelId="{33F7FB87-DBA0-4A3C-B8D7-24525C32C819}" type="pres">
      <dgm:prSet presAssocID="{A9C85FEE-2A76-4139-BFBC-BAC0BF97202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04E8FF4-351E-4EB3-8823-D371FD5A3D50}" type="pres">
      <dgm:prSet presAssocID="{A9C85FEE-2A76-4139-BFBC-BAC0BF972023}" presName="descendantText" presStyleLbl="alignAccFollowNode1" presStyleIdx="1" presStyleCnt="3" custLinFactNeighborX="0">
        <dgm:presLayoutVars>
          <dgm:bulletEnabled val="1"/>
        </dgm:presLayoutVars>
      </dgm:prSet>
      <dgm:spPr/>
    </dgm:pt>
    <dgm:pt modelId="{D53851EC-7951-4474-AECC-214C0BB2C002}" type="pres">
      <dgm:prSet presAssocID="{2841EC6B-88FA-4DEE-B661-6E933972DDCE}" presName="sp" presStyleCnt="0"/>
      <dgm:spPr/>
    </dgm:pt>
    <dgm:pt modelId="{81D3A8E4-C477-4718-98C6-44D1915E568B}" type="pres">
      <dgm:prSet presAssocID="{CEE3402D-F351-4BF9-8A68-21D5BD2E4401}" presName="linNode" presStyleCnt="0"/>
      <dgm:spPr/>
    </dgm:pt>
    <dgm:pt modelId="{53CED52A-A058-4E90-94FB-BDA749C9A794}" type="pres">
      <dgm:prSet presAssocID="{CEE3402D-F351-4BF9-8A68-21D5BD2E4401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34EFB20D-BFAD-4680-9A6E-B2EA36594568}" type="pres">
      <dgm:prSet presAssocID="{CEE3402D-F351-4BF9-8A68-21D5BD2E4401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ADABDB13-9031-4B41-97D7-D2F0E0F1B454}" srcId="{CEE3402D-F351-4BF9-8A68-21D5BD2E4401}" destId="{B92AAADF-6A31-40BB-95E4-47059A49997A}" srcOrd="0" destOrd="0" parTransId="{9EA5EEC1-FAC3-48B2-839C-B169AD0F5DC6}" sibTransId="{72888AFF-B0FF-4B2E-97F8-08C282764846}"/>
    <dgm:cxn modelId="{B404423C-DD54-4282-8575-A177568DA1FD}" type="presOf" srcId="{787F9683-0BAB-4381-A68F-0272F532D5DA}" destId="{904E8FF4-351E-4EB3-8823-D371FD5A3D50}" srcOrd="0" destOrd="0" presId="urn:microsoft.com/office/officeart/2005/8/layout/vList5"/>
    <dgm:cxn modelId="{8E810864-B325-46C8-8AAA-EFBC8C73D7B4}" type="presOf" srcId="{CEE3402D-F351-4BF9-8A68-21D5BD2E4401}" destId="{53CED52A-A058-4E90-94FB-BDA749C9A794}" srcOrd="0" destOrd="0" presId="urn:microsoft.com/office/officeart/2005/8/layout/vList5"/>
    <dgm:cxn modelId="{2B2E9E6E-694C-43B4-A217-7B5523665043}" srcId="{A9C85FEE-2A76-4139-BFBC-BAC0BF972023}" destId="{787F9683-0BAB-4381-A68F-0272F532D5DA}" srcOrd="0" destOrd="0" parTransId="{F431AB64-9B8C-4DAC-95D0-E7847167EFFD}" sibTransId="{CCE7774C-FCFC-4B3B-BF46-353433434C75}"/>
    <dgm:cxn modelId="{DE75644F-D47E-42EB-AF23-E13AB31F298A}" srcId="{B64CFE40-D42D-4DC1-B7D4-8044701C9E38}" destId="{A9C85FEE-2A76-4139-BFBC-BAC0BF972023}" srcOrd="1" destOrd="0" parTransId="{5F6CD823-1B8D-4CC2-A270-AA55CBBF54B3}" sibTransId="{2841EC6B-88FA-4DEE-B661-6E933972DDCE}"/>
    <dgm:cxn modelId="{FFA5B770-EAD1-4BCF-A6FD-35D9ED778632}" type="presOf" srcId="{B92AAADF-6A31-40BB-95E4-47059A49997A}" destId="{34EFB20D-BFAD-4680-9A6E-B2EA36594568}" srcOrd="0" destOrd="0" presId="urn:microsoft.com/office/officeart/2005/8/layout/vList5"/>
    <dgm:cxn modelId="{3F68B551-D4DD-49F1-B20E-24642819E22F}" type="presOf" srcId="{6C5E01DE-94DD-485F-846C-5490A4B02E06}" destId="{B9A869DB-A560-42C1-A12D-5D45D8705FAF}" srcOrd="0" destOrd="0" presId="urn:microsoft.com/office/officeart/2005/8/layout/vList5"/>
    <dgm:cxn modelId="{6A66EA8A-3D48-4505-83CB-1B5FB87C4494}" srcId="{B64CFE40-D42D-4DC1-B7D4-8044701C9E38}" destId="{6C5E01DE-94DD-485F-846C-5490A4B02E06}" srcOrd="0" destOrd="0" parTransId="{D621AD70-934E-43CD-9686-EB5DD4FCF077}" sibTransId="{49B88B4A-15D3-4F24-A158-DE8198D34756}"/>
    <dgm:cxn modelId="{98D7D18F-6AC1-4BBC-8726-1C7615AB6C81}" srcId="{B64CFE40-D42D-4DC1-B7D4-8044701C9E38}" destId="{CEE3402D-F351-4BF9-8A68-21D5BD2E4401}" srcOrd="2" destOrd="0" parTransId="{3FB08294-47CB-4DC5-A95F-03131FDD1C1F}" sibTransId="{2021315B-6EBC-45D7-9585-5E0BA47CEB20}"/>
    <dgm:cxn modelId="{51C15796-539E-4A39-B14E-8D7BADCC7D93}" type="presOf" srcId="{03B74BA4-94F6-40E4-ADC6-81465852F759}" destId="{C89EBF06-4859-423F-B098-38B4948BA0E8}" srcOrd="0" destOrd="0" presId="urn:microsoft.com/office/officeart/2005/8/layout/vList5"/>
    <dgm:cxn modelId="{0C280FB7-2198-42E3-ABBE-8F95AE766C17}" srcId="{6C5E01DE-94DD-485F-846C-5490A4B02E06}" destId="{03B74BA4-94F6-40E4-ADC6-81465852F759}" srcOrd="0" destOrd="0" parTransId="{9AC7EBFC-F113-435A-A7AB-882421CED515}" sibTransId="{1FFBED6A-3F8E-462C-AEBF-03CBC27D5715}"/>
    <dgm:cxn modelId="{35E8B4D6-0D08-4CCA-A0DC-598C58880AA2}" type="presOf" srcId="{A9C85FEE-2A76-4139-BFBC-BAC0BF972023}" destId="{33F7FB87-DBA0-4A3C-B8D7-24525C32C819}" srcOrd="0" destOrd="0" presId="urn:microsoft.com/office/officeart/2005/8/layout/vList5"/>
    <dgm:cxn modelId="{5FB400E5-AF79-4E9E-856D-EFA78ED5792D}" type="presOf" srcId="{B64CFE40-D42D-4DC1-B7D4-8044701C9E38}" destId="{487803F4-7067-4548-9BF5-8BA140FD3FAF}" srcOrd="0" destOrd="0" presId="urn:microsoft.com/office/officeart/2005/8/layout/vList5"/>
    <dgm:cxn modelId="{4DD5551C-78CE-4471-8983-1893A532A7BB}" type="presParOf" srcId="{487803F4-7067-4548-9BF5-8BA140FD3FAF}" destId="{FC6D8481-BD8B-42FD-A4D2-C4D82BC1F1FC}" srcOrd="0" destOrd="0" presId="urn:microsoft.com/office/officeart/2005/8/layout/vList5"/>
    <dgm:cxn modelId="{C889DFAF-C097-40E1-B55E-D344F29396F8}" type="presParOf" srcId="{FC6D8481-BD8B-42FD-A4D2-C4D82BC1F1FC}" destId="{B9A869DB-A560-42C1-A12D-5D45D8705FAF}" srcOrd="0" destOrd="0" presId="urn:microsoft.com/office/officeart/2005/8/layout/vList5"/>
    <dgm:cxn modelId="{79BE4E7C-482F-490D-849C-352A43F83130}" type="presParOf" srcId="{FC6D8481-BD8B-42FD-A4D2-C4D82BC1F1FC}" destId="{C89EBF06-4859-423F-B098-38B4948BA0E8}" srcOrd="1" destOrd="0" presId="urn:microsoft.com/office/officeart/2005/8/layout/vList5"/>
    <dgm:cxn modelId="{717D7B96-55A1-4023-B97F-AFB3D7B30578}" type="presParOf" srcId="{487803F4-7067-4548-9BF5-8BA140FD3FAF}" destId="{42F64F34-96AE-4959-A2CD-BFCD82428058}" srcOrd="1" destOrd="0" presId="urn:microsoft.com/office/officeart/2005/8/layout/vList5"/>
    <dgm:cxn modelId="{24D58430-77D4-44EF-81AE-A360C7519A64}" type="presParOf" srcId="{487803F4-7067-4548-9BF5-8BA140FD3FAF}" destId="{6667A25F-B7F0-47E6-9B84-1425A0861DDB}" srcOrd="2" destOrd="0" presId="urn:microsoft.com/office/officeart/2005/8/layout/vList5"/>
    <dgm:cxn modelId="{27839938-E402-403C-AF49-D36D0D4D985C}" type="presParOf" srcId="{6667A25F-B7F0-47E6-9B84-1425A0861DDB}" destId="{33F7FB87-DBA0-4A3C-B8D7-24525C32C819}" srcOrd="0" destOrd="0" presId="urn:microsoft.com/office/officeart/2005/8/layout/vList5"/>
    <dgm:cxn modelId="{916867A7-B4C5-4811-9426-04E4876368B1}" type="presParOf" srcId="{6667A25F-B7F0-47E6-9B84-1425A0861DDB}" destId="{904E8FF4-351E-4EB3-8823-D371FD5A3D50}" srcOrd="1" destOrd="0" presId="urn:microsoft.com/office/officeart/2005/8/layout/vList5"/>
    <dgm:cxn modelId="{8B84A7E0-3259-4E80-A1CA-A602DC94F3F8}" type="presParOf" srcId="{487803F4-7067-4548-9BF5-8BA140FD3FAF}" destId="{D53851EC-7951-4474-AECC-214C0BB2C002}" srcOrd="3" destOrd="0" presId="urn:microsoft.com/office/officeart/2005/8/layout/vList5"/>
    <dgm:cxn modelId="{CCD84810-914D-4D34-A491-38C102F5CC1A}" type="presParOf" srcId="{487803F4-7067-4548-9BF5-8BA140FD3FAF}" destId="{81D3A8E4-C477-4718-98C6-44D1915E568B}" srcOrd="4" destOrd="0" presId="urn:microsoft.com/office/officeart/2005/8/layout/vList5"/>
    <dgm:cxn modelId="{0AF2434E-3EDE-40A4-AE4F-109F541C83DE}" type="presParOf" srcId="{81D3A8E4-C477-4718-98C6-44D1915E568B}" destId="{53CED52A-A058-4E90-94FB-BDA749C9A794}" srcOrd="0" destOrd="0" presId="urn:microsoft.com/office/officeart/2005/8/layout/vList5"/>
    <dgm:cxn modelId="{7A815B99-8DC7-4D07-9FD2-21C079972AFF}" type="presParOf" srcId="{81D3A8E4-C477-4718-98C6-44D1915E568B}" destId="{34EFB20D-BFAD-4680-9A6E-B2EA36594568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E3DF749-594F-4FD0-9FFB-7B572F56B68C}" type="doc">
      <dgm:prSet loTypeId="urn:microsoft.com/office/officeart/2005/8/layout/vList5" loCatId="list" qsTypeId="urn:microsoft.com/office/officeart/2005/8/quickstyle/simple2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8C76D4-EE99-498B-9AF2-666210A5F9ED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Total</a:t>
          </a:r>
        </a:p>
      </dgm:t>
    </dgm:pt>
    <dgm:pt modelId="{2A814583-00AA-4122-AE2A-4DB1439F35FB}" type="parTrans" cxnId="{015B613C-609F-4B8B-B298-DD3EAF19388A}">
      <dgm:prSet/>
      <dgm:spPr/>
      <dgm:t>
        <a:bodyPr/>
        <a:lstStyle/>
        <a:p>
          <a:endParaRPr lang="en-US"/>
        </a:p>
      </dgm:t>
    </dgm:pt>
    <dgm:pt modelId="{ECB57E42-AEF8-4008-9A36-DBAB29768A31}" type="sibTrans" cxnId="{015B613C-609F-4B8B-B298-DD3EAF19388A}">
      <dgm:prSet/>
      <dgm:spPr/>
      <dgm:t>
        <a:bodyPr/>
        <a:lstStyle/>
        <a:p>
          <a:endParaRPr lang="en-US"/>
        </a:p>
      </dgm:t>
    </dgm:pt>
    <dgm:pt modelId="{2978E89B-2A8E-4031-A8DD-A91311599AF1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The bladder cannot store urine.</a:t>
          </a:r>
          <a:endParaRPr lang="en-US" dirty="0"/>
        </a:p>
      </dgm:t>
    </dgm:pt>
    <dgm:pt modelId="{5BC759A0-EBB4-4A9B-B3B5-872C56D0491A}" type="parTrans" cxnId="{42C465E9-080B-4A2B-9579-DF3888380E48}">
      <dgm:prSet/>
      <dgm:spPr/>
      <dgm:t>
        <a:bodyPr/>
        <a:lstStyle/>
        <a:p>
          <a:endParaRPr lang="en-US"/>
        </a:p>
      </dgm:t>
    </dgm:pt>
    <dgm:pt modelId="{321D5031-A909-4C6C-860A-C887C7BC92B9}" type="sibTrans" cxnId="{42C465E9-080B-4A2B-9579-DF3888380E48}">
      <dgm:prSet/>
      <dgm:spPr/>
      <dgm:t>
        <a:bodyPr/>
        <a:lstStyle/>
        <a:p>
          <a:endParaRPr lang="en-US"/>
        </a:p>
      </dgm:t>
    </dgm:pt>
    <dgm:pt modelId="{E9E99776-AF3C-4877-B244-BFC84A4EA8E3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Functional</a:t>
          </a:r>
        </a:p>
      </dgm:t>
    </dgm:pt>
    <dgm:pt modelId="{7178674B-274F-4EC6-B340-93644803328A}" type="parTrans" cxnId="{941CDEFE-F52E-4B0D-BE10-0CDA7787E119}">
      <dgm:prSet/>
      <dgm:spPr/>
      <dgm:t>
        <a:bodyPr/>
        <a:lstStyle/>
        <a:p>
          <a:endParaRPr lang="en-US"/>
        </a:p>
      </dgm:t>
    </dgm:pt>
    <dgm:pt modelId="{89FFF723-FDAA-42BC-BF49-BEB5C54B37AE}" type="sibTrans" cxnId="{941CDEFE-F52E-4B0D-BE10-0CDA7787E119}">
      <dgm:prSet/>
      <dgm:spPr/>
      <dgm:t>
        <a:bodyPr/>
        <a:lstStyle/>
        <a:p>
          <a:endParaRPr lang="en-US"/>
        </a:p>
      </dgm:t>
    </dgm:pt>
    <dgm:pt modelId="{97858B46-A603-47A5-9E7F-0C181BABE32F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Urine escapes because a person cannot reach the bathroom in time, possibly due to a mobility issue.</a:t>
          </a:r>
          <a:endParaRPr lang="en-US" dirty="0"/>
        </a:p>
      </dgm:t>
    </dgm:pt>
    <dgm:pt modelId="{521665B1-036C-4D94-B769-62461B6F2E55}" type="parTrans" cxnId="{CEB7B6E0-5452-4201-948C-ABC538809848}">
      <dgm:prSet/>
      <dgm:spPr/>
      <dgm:t>
        <a:bodyPr/>
        <a:lstStyle/>
        <a:p>
          <a:endParaRPr lang="en-US"/>
        </a:p>
      </dgm:t>
    </dgm:pt>
    <dgm:pt modelId="{591B7B8B-2075-4E91-850F-B4AEA41AB667}" type="sibTrans" cxnId="{CEB7B6E0-5452-4201-948C-ABC538809848}">
      <dgm:prSet/>
      <dgm:spPr/>
      <dgm:t>
        <a:bodyPr/>
        <a:lstStyle/>
        <a:p>
          <a:endParaRPr lang="en-US"/>
        </a:p>
      </dgm:t>
    </dgm:pt>
    <dgm:pt modelId="{04F311EF-319D-4927-9FF4-15AD4BAA88C2}">
      <dgm:prSet phldrT="[Text]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</dgm:spPr>
      <dgm:t>
        <a:bodyPr/>
        <a:lstStyle/>
        <a:p>
          <a:r>
            <a:rPr lang="en-US" dirty="0"/>
            <a:t>Mixed</a:t>
          </a:r>
        </a:p>
      </dgm:t>
    </dgm:pt>
    <dgm:pt modelId="{A48DEFE1-468A-4CA8-A512-7533C346D8C5}" type="parTrans" cxnId="{1901A8B0-E131-4AA9-A7F8-163B77988CE7}">
      <dgm:prSet/>
      <dgm:spPr/>
      <dgm:t>
        <a:bodyPr/>
        <a:lstStyle/>
        <a:p>
          <a:endParaRPr lang="en-US"/>
        </a:p>
      </dgm:t>
    </dgm:pt>
    <dgm:pt modelId="{D3E510C2-51D8-49E5-9ED5-3061F2A7280B}" type="sibTrans" cxnId="{1901A8B0-E131-4AA9-A7F8-163B77988CE7}">
      <dgm:prSet/>
      <dgm:spPr/>
      <dgm:t>
        <a:bodyPr/>
        <a:lstStyle/>
        <a:p>
          <a:endParaRPr lang="en-US"/>
        </a:p>
      </dgm:t>
    </dgm:pt>
    <dgm:pt modelId="{2DC692E2-7CC2-45A5-9B46-8AEF24E7C205}">
      <dgm:prSet phldrT="[Text]">
        <dgm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0" i="0" dirty="0">
              <a:latin typeface="Century Schoolbook" panose="02040604050505020304" pitchFamily="18" charset="0"/>
            </a:rPr>
            <a:t>A combination of types.</a:t>
          </a:r>
          <a:endParaRPr lang="en-US" dirty="0"/>
        </a:p>
      </dgm:t>
    </dgm:pt>
    <dgm:pt modelId="{FD5A654E-D5D2-4CE7-9F98-C2FB0683D56F}" type="parTrans" cxnId="{B31EFA53-96D6-474D-85C6-AF8C2B6E639C}">
      <dgm:prSet/>
      <dgm:spPr/>
      <dgm:t>
        <a:bodyPr/>
        <a:lstStyle/>
        <a:p>
          <a:endParaRPr lang="en-US"/>
        </a:p>
      </dgm:t>
    </dgm:pt>
    <dgm:pt modelId="{A0F29706-CCF9-42F8-ACDA-1BD4ACE4ED54}" type="sibTrans" cxnId="{B31EFA53-96D6-474D-85C6-AF8C2B6E639C}">
      <dgm:prSet/>
      <dgm:spPr/>
      <dgm:t>
        <a:bodyPr/>
        <a:lstStyle/>
        <a:p>
          <a:endParaRPr lang="en-US"/>
        </a:p>
      </dgm:t>
    </dgm:pt>
    <dgm:pt modelId="{32634F77-65DB-41A2-BBDF-D81E2E685440}" type="pres">
      <dgm:prSet presAssocID="{EE3DF749-594F-4FD0-9FFB-7B572F56B68C}" presName="Name0" presStyleCnt="0">
        <dgm:presLayoutVars>
          <dgm:dir/>
          <dgm:animLvl val="lvl"/>
          <dgm:resizeHandles val="exact"/>
        </dgm:presLayoutVars>
      </dgm:prSet>
      <dgm:spPr/>
    </dgm:pt>
    <dgm:pt modelId="{1BC3A0C4-1B32-4264-A67C-1C6248038BA5}" type="pres">
      <dgm:prSet presAssocID="{288C76D4-EE99-498B-9AF2-666210A5F9ED}" presName="linNode" presStyleCnt="0"/>
      <dgm:spPr/>
    </dgm:pt>
    <dgm:pt modelId="{22FE0C18-21DA-4C64-8782-51240D586C32}" type="pres">
      <dgm:prSet presAssocID="{288C76D4-EE99-498B-9AF2-666210A5F9E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8FF8ADA7-D080-4685-B084-39E58B1AE1AE}" type="pres">
      <dgm:prSet presAssocID="{288C76D4-EE99-498B-9AF2-666210A5F9ED}" presName="descendantText" presStyleLbl="alignAccFollowNode1" presStyleIdx="0" presStyleCnt="3">
        <dgm:presLayoutVars>
          <dgm:bulletEnabled val="1"/>
        </dgm:presLayoutVars>
      </dgm:prSet>
      <dgm:spPr/>
    </dgm:pt>
    <dgm:pt modelId="{13DA5D37-F03F-4DB7-B684-56CEF39806AF}" type="pres">
      <dgm:prSet presAssocID="{ECB57E42-AEF8-4008-9A36-DBAB29768A31}" presName="sp" presStyleCnt="0"/>
      <dgm:spPr/>
    </dgm:pt>
    <dgm:pt modelId="{97E390BC-363E-4BF5-92FD-D53EE8D6A2FA}" type="pres">
      <dgm:prSet presAssocID="{E9E99776-AF3C-4877-B244-BFC84A4EA8E3}" presName="linNode" presStyleCnt="0"/>
      <dgm:spPr/>
    </dgm:pt>
    <dgm:pt modelId="{A539D68A-0EA1-4DAB-B407-0FC265E94BA2}" type="pres">
      <dgm:prSet presAssocID="{E9E99776-AF3C-4877-B244-BFC84A4EA8E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920B2490-CE1F-42A5-8400-9E324B1FBAF2}" type="pres">
      <dgm:prSet presAssocID="{E9E99776-AF3C-4877-B244-BFC84A4EA8E3}" presName="descendantText" presStyleLbl="alignAccFollowNode1" presStyleIdx="1" presStyleCnt="3">
        <dgm:presLayoutVars>
          <dgm:bulletEnabled val="1"/>
        </dgm:presLayoutVars>
      </dgm:prSet>
      <dgm:spPr/>
    </dgm:pt>
    <dgm:pt modelId="{BFD80322-57E0-4301-946B-0824E101E1A8}" type="pres">
      <dgm:prSet presAssocID="{89FFF723-FDAA-42BC-BF49-BEB5C54B37AE}" presName="sp" presStyleCnt="0"/>
      <dgm:spPr/>
    </dgm:pt>
    <dgm:pt modelId="{F2D77E75-0050-4C5C-A904-DCEF9A6506BF}" type="pres">
      <dgm:prSet presAssocID="{04F311EF-319D-4927-9FF4-15AD4BAA88C2}" presName="linNode" presStyleCnt="0"/>
      <dgm:spPr/>
    </dgm:pt>
    <dgm:pt modelId="{D06E1300-7B9C-422F-BBCC-130BD7D31B3C}" type="pres">
      <dgm:prSet presAssocID="{04F311EF-319D-4927-9FF4-15AD4BAA88C2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115CCC16-F676-4B77-A3C5-1D32054388D6}" type="pres">
      <dgm:prSet presAssocID="{04F311EF-319D-4927-9FF4-15AD4BAA88C2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8C4AEA0C-FFBA-4CCE-BFC2-EF250A139D44}" type="presOf" srcId="{97858B46-A603-47A5-9E7F-0C181BABE32F}" destId="{920B2490-CE1F-42A5-8400-9E324B1FBAF2}" srcOrd="0" destOrd="0" presId="urn:microsoft.com/office/officeart/2005/8/layout/vList5"/>
    <dgm:cxn modelId="{015B613C-609F-4B8B-B298-DD3EAF19388A}" srcId="{EE3DF749-594F-4FD0-9FFB-7B572F56B68C}" destId="{288C76D4-EE99-498B-9AF2-666210A5F9ED}" srcOrd="0" destOrd="0" parTransId="{2A814583-00AA-4122-AE2A-4DB1439F35FB}" sibTransId="{ECB57E42-AEF8-4008-9A36-DBAB29768A31}"/>
    <dgm:cxn modelId="{9B2BF570-0360-43E7-8A85-94E4DAAC33B5}" type="presOf" srcId="{04F311EF-319D-4927-9FF4-15AD4BAA88C2}" destId="{D06E1300-7B9C-422F-BBCC-130BD7D31B3C}" srcOrd="0" destOrd="0" presId="urn:microsoft.com/office/officeart/2005/8/layout/vList5"/>
    <dgm:cxn modelId="{67284E52-470A-4B55-BCAB-FF103F356923}" type="presOf" srcId="{288C76D4-EE99-498B-9AF2-666210A5F9ED}" destId="{22FE0C18-21DA-4C64-8782-51240D586C32}" srcOrd="0" destOrd="0" presId="urn:microsoft.com/office/officeart/2005/8/layout/vList5"/>
    <dgm:cxn modelId="{B31EFA53-96D6-474D-85C6-AF8C2B6E639C}" srcId="{04F311EF-319D-4927-9FF4-15AD4BAA88C2}" destId="{2DC692E2-7CC2-45A5-9B46-8AEF24E7C205}" srcOrd="0" destOrd="0" parTransId="{FD5A654E-D5D2-4CE7-9F98-C2FB0683D56F}" sibTransId="{A0F29706-CCF9-42F8-ACDA-1BD4ACE4ED54}"/>
    <dgm:cxn modelId="{8914F086-B672-4166-93AB-EEDAA7EC7DE3}" type="presOf" srcId="{2978E89B-2A8E-4031-A8DD-A91311599AF1}" destId="{8FF8ADA7-D080-4685-B084-39E58B1AE1AE}" srcOrd="0" destOrd="0" presId="urn:microsoft.com/office/officeart/2005/8/layout/vList5"/>
    <dgm:cxn modelId="{68C06A8B-CA65-4832-8505-975BBA2F6D9C}" type="presOf" srcId="{EE3DF749-594F-4FD0-9FFB-7B572F56B68C}" destId="{32634F77-65DB-41A2-BBDF-D81E2E685440}" srcOrd="0" destOrd="0" presId="urn:microsoft.com/office/officeart/2005/8/layout/vList5"/>
    <dgm:cxn modelId="{1901A8B0-E131-4AA9-A7F8-163B77988CE7}" srcId="{EE3DF749-594F-4FD0-9FFB-7B572F56B68C}" destId="{04F311EF-319D-4927-9FF4-15AD4BAA88C2}" srcOrd="2" destOrd="0" parTransId="{A48DEFE1-468A-4CA8-A512-7533C346D8C5}" sibTransId="{D3E510C2-51D8-49E5-9ED5-3061F2A7280B}"/>
    <dgm:cxn modelId="{1075D3B6-31A4-44FF-9474-D934751CEF23}" type="presOf" srcId="{E9E99776-AF3C-4877-B244-BFC84A4EA8E3}" destId="{A539D68A-0EA1-4DAB-B407-0FC265E94BA2}" srcOrd="0" destOrd="0" presId="urn:microsoft.com/office/officeart/2005/8/layout/vList5"/>
    <dgm:cxn modelId="{CEB7B6E0-5452-4201-948C-ABC538809848}" srcId="{E9E99776-AF3C-4877-B244-BFC84A4EA8E3}" destId="{97858B46-A603-47A5-9E7F-0C181BABE32F}" srcOrd="0" destOrd="0" parTransId="{521665B1-036C-4D94-B769-62461B6F2E55}" sibTransId="{591B7B8B-2075-4E91-850F-B4AEA41AB667}"/>
    <dgm:cxn modelId="{42C465E9-080B-4A2B-9579-DF3888380E48}" srcId="{288C76D4-EE99-498B-9AF2-666210A5F9ED}" destId="{2978E89B-2A8E-4031-A8DD-A91311599AF1}" srcOrd="0" destOrd="0" parTransId="{5BC759A0-EBB4-4A9B-B3B5-872C56D0491A}" sibTransId="{321D5031-A909-4C6C-860A-C887C7BC92B9}"/>
    <dgm:cxn modelId="{C61EB8EB-35B3-42C3-BE7A-4E54903BA2D6}" type="presOf" srcId="{2DC692E2-7CC2-45A5-9B46-8AEF24E7C205}" destId="{115CCC16-F676-4B77-A3C5-1D32054388D6}" srcOrd="0" destOrd="0" presId="urn:microsoft.com/office/officeart/2005/8/layout/vList5"/>
    <dgm:cxn modelId="{941CDEFE-F52E-4B0D-BE10-0CDA7787E119}" srcId="{EE3DF749-594F-4FD0-9FFB-7B572F56B68C}" destId="{E9E99776-AF3C-4877-B244-BFC84A4EA8E3}" srcOrd="1" destOrd="0" parTransId="{7178674B-274F-4EC6-B340-93644803328A}" sibTransId="{89FFF723-FDAA-42BC-BF49-BEB5C54B37AE}"/>
    <dgm:cxn modelId="{E0BE6D22-BD40-40BA-9AB3-02A70EF1C1DD}" type="presParOf" srcId="{32634F77-65DB-41A2-BBDF-D81E2E685440}" destId="{1BC3A0C4-1B32-4264-A67C-1C6248038BA5}" srcOrd="0" destOrd="0" presId="urn:microsoft.com/office/officeart/2005/8/layout/vList5"/>
    <dgm:cxn modelId="{49F71A2C-1AF7-4EFB-A76B-EF0E80C856A1}" type="presParOf" srcId="{1BC3A0C4-1B32-4264-A67C-1C6248038BA5}" destId="{22FE0C18-21DA-4C64-8782-51240D586C32}" srcOrd="0" destOrd="0" presId="urn:microsoft.com/office/officeart/2005/8/layout/vList5"/>
    <dgm:cxn modelId="{60CD9126-FE1E-4FEB-90EF-AD022270363B}" type="presParOf" srcId="{1BC3A0C4-1B32-4264-A67C-1C6248038BA5}" destId="{8FF8ADA7-D080-4685-B084-39E58B1AE1AE}" srcOrd="1" destOrd="0" presId="urn:microsoft.com/office/officeart/2005/8/layout/vList5"/>
    <dgm:cxn modelId="{5C97191A-4E00-4C6E-9FD1-DAC4EE1FF1CF}" type="presParOf" srcId="{32634F77-65DB-41A2-BBDF-D81E2E685440}" destId="{13DA5D37-F03F-4DB7-B684-56CEF39806AF}" srcOrd="1" destOrd="0" presId="urn:microsoft.com/office/officeart/2005/8/layout/vList5"/>
    <dgm:cxn modelId="{CAD5B04C-7185-4860-873E-2DFE8213AA31}" type="presParOf" srcId="{32634F77-65DB-41A2-BBDF-D81E2E685440}" destId="{97E390BC-363E-4BF5-92FD-D53EE8D6A2FA}" srcOrd="2" destOrd="0" presId="urn:microsoft.com/office/officeart/2005/8/layout/vList5"/>
    <dgm:cxn modelId="{1135F649-E45B-428B-8B92-7BACE01610F1}" type="presParOf" srcId="{97E390BC-363E-4BF5-92FD-D53EE8D6A2FA}" destId="{A539D68A-0EA1-4DAB-B407-0FC265E94BA2}" srcOrd="0" destOrd="0" presId="urn:microsoft.com/office/officeart/2005/8/layout/vList5"/>
    <dgm:cxn modelId="{3A8E1FE1-B402-47E7-A0B2-55DE7C53E9CB}" type="presParOf" srcId="{97E390BC-363E-4BF5-92FD-D53EE8D6A2FA}" destId="{920B2490-CE1F-42A5-8400-9E324B1FBAF2}" srcOrd="1" destOrd="0" presId="urn:microsoft.com/office/officeart/2005/8/layout/vList5"/>
    <dgm:cxn modelId="{697D4D96-835B-4E47-85B7-45FCE147BCA2}" type="presParOf" srcId="{32634F77-65DB-41A2-BBDF-D81E2E685440}" destId="{BFD80322-57E0-4301-946B-0824E101E1A8}" srcOrd="3" destOrd="0" presId="urn:microsoft.com/office/officeart/2005/8/layout/vList5"/>
    <dgm:cxn modelId="{F76E849D-86F1-47A1-B361-916003F8D699}" type="presParOf" srcId="{32634F77-65DB-41A2-BBDF-D81E2E685440}" destId="{F2D77E75-0050-4C5C-A904-DCEF9A6506BF}" srcOrd="4" destOrd="0" presId="urn:microsoft.com/office/officeart/2005/8/layout/vList5"/>
    <dgm:cxn modelId="{D0017FF2-EB9C-4F22-86D1-6ED6D0187AEE}" type="presParOf" srcId="{F2D77E75-0050-4C5C-A904-DCEF9A6506BF}" destId="{D06E1300-7B9C-422F-BBCC-130BD7D31B3C}" srcOrd="0" destOrd="0" presId="urn:microsoft.com/office/officeart/2005/8/layout/vList5"/>
    <dgm:cxn modelId="{70D62F1C-AC68-4817-A7A1-D87835A3BE52}" type="presParOf" srcId="{F2D77E75-0050-4C5C-A904-DCEF9A6506BF}" destId="{115CCC16-F676-4B77-A3C5-1D32054388D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DDC9841-6250-4B54-82E3-1686F26F4519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3B2DE43-E7D6-45AF-AB3D-BFED80175604}">
      <dgm:prSet phldrT="[Text]" custT="1"/>
      <dgm:spPr/>
      <dgm:t>
        <a:bodyPr/>
        <a:lstStyle/>
        <a:p>
          <a:r>
            <a:rPr lang="en-US" sz="2000" dirty="0"/>
            <a:t>Stress Incontinence</a:t>
          </a:r>
        </a:p>
      </dgm:t>
    </dgm:pt>
    <dgm:pt modelId="{F1DF41B9-9D5F-4B97-A411-C5F5D517B5EC}" type="parTrans" cxnId="{9409A129-C9A9-4FB5-A4D3-16DF0DB3B36C}">
      <dgm:prSet/>
      <dgm:spPr/>
      <dgm:t>
        <a:bodyPr/>
        <a:lstStyle/>
        <a:p>
          <a:endParaRPr lang="en-US"/>
        </a:p>
      </dgm:t>
    </dgm:pt>
    <dgm:pt modelId="{85CC826D-7F1E-47C3-831C-87C86E36452D}" type="sibTrans" cxnId="{9409A129-C9A9-4FB5-A4D3-16DF0DB3B36C}">
      <dgm:prSet/>
      <dgm:spPr/>
      <dgm:t>
        <a:bodyPr/>
        <a:lstStyle/>
        <a:p>
          <a:endParaRPr lang="en-US"/>
        </a:p>
      </dgm:t>
    </dgm:pt>
    <dgm:pt modelId="{790B91CF-A55D-4CE6-B6F6-FDFB32C45BF2}">
      <dgm:prSet phldrT="[Text]"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 </a:t>
          </a:r>
          <a:r>
            <a:rPr lang="en-US" sz="1600" b="0" i="0" dirty="0">
              <a:latin typeface="Century Schoolbook" panose="02040604050505020304" pitchFamily="18" charset="0"/>
            </a:rPr>
            <a:t>pregnancy and childbirth</a:t>
          </a:r>
          <a:endParaRPr lang="en-US" sz="1600" dirty="0"/>
        </a:p>
      </dgm:t>
    </dgm:pt>
    <dgm:pt modelId="{BDAACFA5-76E7-4CD4-A427-79CB75F252EB}" type="parTrans" cxnId="{ABD0268B-EBF3-433A-9D4B-4843A20E0788}">
      <dgm:prSet/>
      <dgm:spPr/>
      <dgm:t>
        <a:bodyPr/>
        <a:lstStyle/>
        <a:p>
          <a:endParaRPr lang="en-US"/>
        </a:p>
      </dgm:t>
    </dgm:pt>
    <dgm:pt modelId="{C579C307-3451-4D4F-A0AA-31B70064515C}" type="sibTrans" cxnId="{ABD0268B-EBF3-433A-9D4B-4843A20E0788}">
      <dgm:prSet/>
      <dgm:spPr/>
      <dgm:t>
        <a:bodyPr/>
        <a:lstStyle/>
        <a:p>
          <a:endParaRPr lang="en-US"/>
        </a:p>
      </dgm:t>
    </dgm:pt>
    <dgm:pt modelId="{8D61CD89-3787-4699-8C7C-A090F45423F3}">
      <dgm:prSet phldrT="[Text]" custT="1"/>
      <dgm:spPr/>
      <dgm:t>
        <a:bodyPr/>
        <a:lstStyle/>
        <a:p>
          <a:r>
            <a:rPr lang="en-US" sz="2000" dirty="0"/>
            <a:t>Urge Incontinence</a:t>
          </a:r>
        </a:p>
      </dgm:t>
    </dgm:pt>
    <dgm:pt modelId="{64614924-C9A3-44A3-9F4C-727CD69E59CE}" type="parTrans" cxnId="{1DCCC6F7-DBD2-4199-BCB7-D1C08F3CF4D3}">
      <dgm:prSet/>
      <dgm:spPr/>
      <dgm:t>
        <a:bodyPr/>
        <a:lstStyle/>
        <a:p>
          <a:endParaRPr lang="en-US"/>
        </a:p>
      </dgm:t>
    </dgm:pt>
    <dgm:pt modelId="{E5805D56-91FF-4274-801A-6C3B8AF32887}" type="sibTrans" cxnId="{1DCCC6F7-DBD2-4199-BCB7-D1C08F3CF4D3}">
      <dgm:prSet/>
      <dgm:spPr/>
      <dgm:t>
        <a:bodyPr/>
        <a:lstStyle/>
        <a:p>
          <a:endParaRPr lang="en-US"/>
        </a:p>
      </dgm:t>
    </dgm:pt>
    <dgm:pt modelId="{3A233503-BE3C-4657-8EAA-E14F5436D300}">
      <dgm:prSet phldrT="[Text]" custT="1"/>
      <dgm:spPr/>
      <dgm:t>
        <a:bodyPr/>
        <a:lstStyle/>
        <a:p>
          <a:r>
            <a:rPr lang="en-US" sz="1600" dirty="0">
              <a:latin typeface="Century Schoolbook" panose="02040604050505020304" pitchFamily="18" charset="0"/>
            </a:rPr>
            <a:t>cystitis</a:t>
          </a:r>
          <a:endParaRPr lang="en-US" sz="1600" dirty="0"/>
        </a:p>
      </dgm:t>
    </dgm:pt>
    <dgm:pt modelId="{9E554D15-5EFA-488E-AFCA-A73FE6977A4B}" type="parTrans" cxnId="{54D9D4D7-8F03-43C2-8CCD-7FE9D711E0E8}">
      <dgm:prSet/>
      <dgm:spPr/>
      <dgm:t>
        <a:bodyPr/>
        <a:lstStyle/>
        <a:p>
          <a:endParaRPr lang="en-US"/>
        </a:p>
      </dgm:t>
    </dgm:pt>
    <dgm:pt modelId="{D898B408-92B5-4DCE-967D-23A745B4083A}" type="sibTrans" cxnId="{54D9D4D7-8F03-43C2-8CCD-7FE9D711E0E8}">
      <dgm:prSet/>
      <dgm:spPr/>
      <dgm:t>
        <a:bodyPr/>
        <a:lstStyle/>
        <a:p>
          <a:endParaRPr lang="en-US"/>
        </a:p>
      </dgm:t>
    </dgm:pt>
    <dgm:pt modelId="{BF6722AA-55B3-415D-9BBB-C388D7D36298}">
      <dgm:prSet phldrT="[Text]" custT="1"/>
      <dgm:spPr/>
      <dgm:t>
        <a:bodyPr/>
        <a:lstStyle/>
        <a:p>
          <a:r>
            <a:rPr lang="en-US" sz="2000" dirty="0"/>
            <a:t>Overflow Incontinence </a:t>
          </a:r>
        </a:p>
      </dgm:t>
    </dgm:pt>
    <dgm:pt modelId="{BE3708B5-C8A8-4EC8-A4C5-9B869246F8EF}" type="parTrans" cxnId="{4B0DAA08-7F0D-490B-88E9-C930633E7D1C}">
      <dgm:prSet/>
      <dgm:spPr/>
      <dgm:t>
        <a:bodyPr/>
        <a:lstStyle/>
        <a:p>
          <a:endParaRPr lang="en-US"/>
        </a:p>
      </dgm:t>
    </dgm:pt>
    <dgm:pt modelId="{F4EA68B2-52DB-4886-A9D6-77F518BD2454}" type="sibTrans" cxnId="{4B0DAA08-7F0D-490B-88E9-C930633E7D1C}">
      <dgm:prSet/>
      <dgm:spPr/>
      <dgm:t>
        <a:bodyPr/>
        <a:lstStyle/>
        <a:p>
          <a:endParaRPr lang="en-US"/>
        </a:p>
      </dgm:t>
    </dgm:pt>
    <dgm:pt modelId="{E699D7A2-24D1-4850-AE97-27622E8B1392}">
      <dgm:prSet phldrT="[Text]"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an enlarged prostate gland</a:t>
          </a:r>
          <a:endParaRPr lang="en-US" sz="1600" dirty="0"/>
        </a:p>
      </dgm:t>
    </dgm:pt>
    <dgm:pt modelId="{6C272524-336B-4656-9140-8D4C75601966}" type="parTrans" cxnId="{5F6E6B8B-FF63-4F7E-9533-2F62956A94B6}">
      <dgm:prSet/>
      <dgm:spPr/>
      <dgm:t>
        <a:bodyPr/>
        <a:lstStyle/>
        <a:p>
          <a:endParaRPr lang="en-US"/>
        </a:p>
      </dgm:t>
    </dgm:pt>
    <dgm:pt modelId="{9E12E2F7-67B2-44AC-AB6D-6D561D387AF3}" type="sibTrans" cxnId="{5F6E6B8B-FF63-4F7E-9533-2F62956A94B6}">
      <dgm:prSet/>
      <dgm:spPr/>
      <dgm:t>
        <a:bodyPr/>
        <a:lstStyle/>
        <a:p>
          <a:endParaRPr lang="en-US"/>
        </a:p>
      </dgm:t>
    </dgm:pt>
    <dgm:pt modelId="{84529C47-073B-4640-BDB8-F8E971779B59}">
      <dgm:prSet custT="1"/>
      <dgm:spPr/>
      <dgm:t>
        <a:bodyPr/>
        <a:lstStyle/>
        <a:p>
          <a:r>
            <a:rPr lang="en-US" sz="1600" dirty="0">
              <a:latin typeface="Century Schoolbook" panose="02040604050505020304" pitchFamily="18" charset="0"/>
            </a:rPr>
            <a:t>menopause</a:t>
          </a:r>
        </a:p>
      </dgm:t>
    </dgm:pt>
    <dgm:pt modelId="{E0B52704-0745-478E-B676-04553D22D9A4}" type="parTrans" cxnId="{C33FC515-0FE5-4F51-8A18-9AB04C38E9C9}">
      <dgm:prSet/>
      <dgm:spPr/>
      <dgm:t>
        <a:bodyPr/>
        <a:lstStyle/>
        <a:p>
          <a:endParaRPr lang="en-US"/>
        </a:p>
      </dgm:t>
    </dgm:pt>
    <dgm:pt modelId="{C14604D5-BF88-4502-B5DC-C15D2E19D66E}" type="sibTrans" cxnId="{C33FC515-0FE5-4F51-8A18-9AB04C38E9C9}">
      <dgm:prSet/>
      <dgm:spPr/>
      <dgm:t>
        <a:bodyPr/>
        <a:lstStyle/>
        <a:p>
          <a:endParaRPr lang="en-US"/>
        </a:p>
      </dgm:t>
    </dgm:pt>
    <dgm:pt modelId="{D88553CE-CA94-4B1E-8669-237A15E657B4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hysterectomy and some other surgical procedures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23F77AE5-5B6D-478F-A33A-5BD60687D1BD}" type="parTrans" cxnId="{00554FA0-D329-464C-BB9D-B3062A42A2F2}">
      <dgm:prSet/>
      <dgm:spPr/>
      <dgm:t>
        <a:bodyPr/>
        <a:lstStyle/>
        <a:p>
          <a:endParaRPr lang="en-US"/>
        </a:p>
      </dgm:t>
    </dgm:pt>
    <dgm:pt modelId="{F6173FD5-0484-41D0-AD7C-AF280FC2D95D}" type="sibTrans" cxnId="{00554FA0-D329-464C-BB9D-B3062A42A2F2}">
      <dgm:prSet/>
      <dgm:spPr/>
      <dgm:t>
        <a:bodyPr/>
        <a:lstStyle/>
        <a:p>
          <a:endParaRPr lang="en-US"/>
        </a:p>
      </dgm:t>
    </dgm:pt>
    <dgm:pt modelId="{7EF347DA-0B50-4333-BB05-0A262B1C972C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Age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009A7F8A-CC8F-41F3-89CD-28E5E6AD905C}" type="parTrans" cxnId="{905DD51A-AB86-482B-AD79-8A145EDDDDCF}">
      <dgm:prSet/>
      <dgm:spPr/>
      <dgm:t>
        <a:bodyPr/>
        <a:lstStyle/>
        <a:p>
          <a:endParaRPr lang="en-US"/>
        </a:p>
      </dgm:t>
    </dgm:pt>
    <dgm:pt modelId="{D3D414C3-A475-49DF-9007-13A6F954EDD8}" type="sibTrans" cxnId="{905DD51A-AB86-482B-AD79-8A145EDDDDCF}">
      <dgm:prSet/>
      <dgm:spPr/>
      <dgm:t>
        <a:bodyPr/>
        <a:lstStyle/>
        <a:p>
          <a:endParaRPr lang="en-US"/>
        </a:p>
      </dgm:t>
    </dgm:pt>
    <dgm:pt modelId="{0F7CF658-2F51-44DB-B317-95D1DF95C560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Obesity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C81F8C12-1D6F-472D-BFDD-2C6C55148233}" type="parTrans" cxnId="{C231DE7B-1066-42AF-8A10-A9D4E8DA0CAD}">
      <dgm:prSet/>
      <dgm:spPr/>
      <dgm:t>
        <a:bodyPr/>
        <a:lstStyle/>
        <a:p>
          <a:endParaRPr lang="en-US"/>
        </a:p>
      </dgm:t>
    </dgm:pt>
    <dgm:pt modelId="{B1DB936A-9051-4110-8B54-834485209292}" type="sibTrans" cxnId="{C231DE7B-1066-42AF-8A10-A9D4E8DA0CAD}">
      <dgm:prSet/>
      <dgm:spPr/>
      <dgm:t>
        <a:bodyPr/>
        <a:lstStyle/>
        <a:p>
          <a:endParaRPr lang="en-US"/>
        </a:p>
      </dgm:t>
    </dgm:pt>
    <dgm:pt modelId="{088DE061-A6AE-4E6A-85CE-3B5BB3E346BE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neurological conditions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14136DC3-8708-4B00-B8AE-5FAC1CB19000}" type="parTrans" cxnId="{B7705DCB-1D39-4BF5-BC82-3D81FD83B522}">
      <dgm:prSet/>
      <dgm:spPr/>
      <dgm:t>
        <a:bodyPr/>
        <a:lstStyle/>
        <a:p>
          <a:endParaRPr lang="en-US"/>
        </a:p>
      </dgm:t>
    </dgm:pt>
    <dgm:pt modelId="{309038B5-B4ED-4B38-9F54-0123E11BD5E1}" type="sibTrans" cxnId="{B7705DCB-1D39-4BF5-BC82-3D81FD83B522}">
      <dgm:prSet/>
      <dgm:spPr/>
      <dgm:t>
        <a:bodyPr/>
        <a:lstStyle/>
        <a:p>
          <a:endParaRPr lang="en-US"/>
        </a:p>
      </dgm:t>
    </dgm:pt>
    <dgm:pt modelId="{E64AADB6-5FE5-4F04-A5C5-326B27CB9A7E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enlarged prostate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54F96F70-A587-498C-B427-31F2C433FD21}" type="parTrans" cxnId="{033DA804-1391-413D-87F6-A577D78FFB8A}">
      <dgm:prSet/>
      <dgm:spPr/>
      <dgm:t>
        <a:bodyPr/>
        <a:lstStyle/>
        <a:p>
          <a:endParaRPr lang="en-US"/>
        </a:p>
      </dgm:t>
    </dgm:pt>
    <dgm:pt modelId="{0E93A815-8B29-4B7A-86D1-80CB3091E1CD}" type="sibTrans" cxnId="{033DA804-1391-413D-87F6-A577D78FFB8A}">
      <dgm:prSet/>
      <dgm:spPr/>
      <dgm:t>
        <a:bodyPr/>
        <a:lstStyle/>
        <a:p>
          <a:endParaRPr lang="en-US"/>
        </a:p>
      </dgm:t>
    </dgm:pt>
    <dgm:pt modelId="{0480F474-FD07-43DF-80FA-84D066A6B723}">
      <dgm:prSet custT="1"/>
      <dgm:spPr/>
      <dgm:t>
        <a:bodyPr/>
        <a:lstStyle/>
        <a:p>
          <a:r>
            <a:rPr lang="en-US" sz="1600" dirty="0">
              <a:latin typeface="Century Schoolbook" panose="02040604050505020304" pitchFamily="18" charset="0"/>
            </a:rPr>
            <a:t>Sclerosis, stroke</a:t>
          </a:r>
          <a:r>
            <a:rPr lang="en-US" sz="1600" b="0" i="0" dirty="0">
              <a:latin typeface="Century Schoolbook" panose="02040604050505020304" pitchFamily="18" charset="0"/>
            </a:rPr>
            <a:t>, and </a:t>
          </a:r>
          <a:r>
            <a:rPr lang="en-US" sz="1600" dirty="0">
              <a:latin typeface="Century Schoolbook" panose="02040604050505020304" pitchFamily="18" charset="0"/>
            </a:rPr>
            <a:t>Parkinson’s disease</a:t>
          </a:r>
        </a:p>
      </dgm:t>
    </dgm:pt>
    <dgm:pt modelId="{458CB153-2AB0-49B1-8555-9255572C1BB7}" type="parTrans" cxnId="{D416D85A-CB43-4208-BAFD-9E9037BF06C0}">
      <dgm:prSet/>
      <dgm:spPr/>
      <dgm:t>
        <a:bodyPr/>
        <a:lstStyle/>
        <a:p>
          <a:endParaRPr lang="en-US"/>
        </a:p>
      </dgm:t>
    </dgm:pt>
    <dgm:pt modelId="{436B73C5-0B3C-45CC-B3DB-5AED16A58D48}" type="sibTrans" cxnId="{D416D85A-CB43-4208-BAFD-9E9037BF06C0}">
      <dgm:prSet/>
      <dgm:spPr/>
      <dgm:t>
        <a:bodyPr/>
        <a:lstStyle/>
        <a:p>
          <a:endParaRPr lang="en-US"/>
        </a:p>
      </dgm:t>
    </dgm:pt>
    <dgm:pt modelId="{46C32466-574D-4B39-9250-88C935193FE4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a </a:t>
          </a:r>
          <a:r>
            <a:rPr lang="en-US" sz="1600" dirty="0">
              <a:latin typeface="Century Schoolbook" panose="02040604050505020304" pitchFamily="18" charset="0"/>
            </a:rPr>
            <a:t>tumor</a:t>
          </a:r>
          <a:r>
            <a:rPr lang="en-US" sz="1600" b="0" i="0" dirty="0">
              <a:latin typeface="Century Schoolbook" panose="02040604050505020304" pitchFamily="18" charset="0"/>
            </a:rPr>
            <a:t> pressing against the bladder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2EDCD1E2-B212-405A-8655-DA97DA20650B}" type="parTrans" cxnId="{1FC3AB5C-247A-43D3-A673-EEA9B9C3F53F}">
      <dgm:prSet/>
      <dgm:spPr/>
      <dgm:t>
        <a:bodyPr/>
        <a:lstStyle/>
        <a:p>
          <a:endParaRPr lang="en-US"/>
        </a:p>
      </dgm:t>
    </dgm:pt>
    <dgm:pt modelId="{703B691C-2EBE-4B7B-A904-4149878DC291}" type="sibTrans" cxnId="{1FC3AB5C-247A-43D3-A673-EEA9B9C3F53F}">
      <dgm:prSet/>
      <dgm:spPr/>
      <dgm:t>
        <a:bodyPr/>
        <a:lstStyle/>
        <a:p>
          <a:endParaRPr lang="en-US"/>
        </a:p>
      </dgm:t>
    </dgm:pt>
    <dgm:pt modelId="{A83B8B78-64C5-4006-B855-595714272468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urinary stones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FB840225-05DD-4E6B-AB86-F088B8FB71B7}" type="parTrans" cxnId="{9851ED1B-2804-407D-8B43-6F965E4B3388}">
      <dgm:prSet/>
      <dgm:spPr/>
      <dgm:t>
        <a:bodyPr/>
        <a:lstStyle/>
        <a:p>
          <a:endParaRPr lang="en-US"/>
        </a:p>
      </dgm:t>
    </dgm:pt>
    <dgm:pt modelId="{80C0C26A-EF3C-4527-805A-226971F78164}" type="sibTrans" cxnId="{9851ED1B-2804-407D-8B43-6F965E4B3388}">
      <dgm:prSet/>
      <dgm:spPr/>
      <dgm:t>
        <a:bodyPr/>
        <a:lstStyle/>
        <a:p>
          <a:endParaRPr lang="en-US"/>
        </a:p>
      </dgm:t>
    </dgm:pt>
    <dgm:pt modelId="{34A75C6D-A62E-471A-BF7C-E0359E352ED4}">
      <dgm:prSet custT="1"/>
      <dgm:spPr/>
      <dgm:t>
        <a:bodyPr/>
        <a:lstStyle/>
        <a:p>
          <a:r>
            <a:rPr lang="en-US" sz="1600" dirty="0">
              <a:latin typeface="Century Schoolbook" panose="02040604050505020304" pitchFamily="18" charset="0"/>
            </a:rPr>
            <a:t>Constipation</a:t>
          </a:r>
        </a:p>
      </dgm:t>
    </dgm:pt>
    <dgm:pt modelId="{0DFEEA6E-1365-4CCD-B413-7D0B27E505F6}" type="parTrans" cxnId="{CC4E32A1-4E2C-4C8A-9B3A-34F9677075BD}">
      <dgm:prSet/>
      <dgm:spPr/>
      <dgm:t>
        <a:bodyPr/>
        <a:lstStyle/>
        <a:p>
          <a:endParaRPr lang="en-US"/>
        </a:p>
      </dgm:t>
    </dgm:pt>
    <dgm:pt modelId="{F237E753-3D52-4FFA-BF59-A44E0E304A96}" type="sibTrans" cxnId="{CC4E32A1-4E2C-4C8A-9B3A-34F9677075BD}">
      <dgm:prSet/>
      <dgm:spPr/>
      <dgm:t>
        <a:bodyPr/>
        <a:lstStyle/>
        <a:p>
          <a:endParaRPr lang="en-US"/>
        </a:p>
      </dgm:t>
    </dgm:pt>
    <dgm:pt modelId="{BE5251DA-32BB-4518-A461-43EF27EFC35E}">
      <dgm:prSet custT="1"/>
      <dgm:spPr/>
      <dgm:t>
        <a:bodyPr/>
        <a:lstStyle/>
        <a:p>
          <a:r>
            <a:rPr lang="en-US" sz="1600" b="0" i="0" dirty="0">
              <a:latin typeface="Century Schoolbook" panose="02040604050505020304" pitchFamily="18" charset="0"/>
            </a:rPr>
            <a:t>urinary incontinence surgery</a:t>
          </a:r>
          <a:endParaRPr lang="en-US" sz="1600" dirty="0">
            <a:latin typeface="Century Schoolbook" panose="02040604050505020304" pitchFamily="18" charset="0"/>
          </a:endParaRPr>
        </a:p>
      </dgm:t>
    </dgm:pt>
    <dgm:pt modelId="{61B69D52-B705-4ADC-A798-387EEC32AABE}" type="parTrans" cxnId="{FB480B1C-C83D-4549-B1CF-18D93B1406F0}">
      <dgm:prSet/>
      <dgm:spPr/>
      <dgm:t>
        <a:bodyPr/>
        <a:lstStyle/>
        <a:p>
          <a:endParaRPr lang="en-US"/>
        </a:p>
      </dgm:t>
    </dgm:pt>
    <dgm:pt modelId="{60C6B3DE-C08D-4AE0-915B-1AAF050CD064}" type="sibTrans" cxnId="{FB480B1C-C83D-4549-B1CF-18D93B1406F0}">
      <dgm:prSet/>
      <dgm:spPr/>
      <dgm:t>
        <a:bodyPr/>
        <a:lstStyle/>
        <a:p>
          <a:endParaRPr lang="en-US"/>
        </a:p>
      </dgm:t>
    </dgm:pt>
    <dgm:pt modelId="{814749BE-B5E6-4334-B8AE-D7FCB7EFD60A}" type="pres">
      <dgm:prSet presAssocID="{2DDC9841-6250-4B54-82E3-1686F26F4519}" presName="Name0" presStyleCnt="0">
        <dgm:presLayoutVars>
          <dgm:dir/>
          <dgm:animLvl val="lvl"/>
          <dgm:resizeHandles val="exact"/>
        </dgm:presLayoutVars>
      </dgm:prSet>
      <dgm:spPr/>
    </dgm:pt>
    <dgm:pt modelId="{BA052C11-CBAA-4C43-8E19-427787006151}" type="pres">
      <dgm:prSet presAssocID="{C3B2DE43-E7D6-45AF-AB3D-BFED80175604}" presName="composite" presStyleCnt="0"/>
      <dgm:spPr/>
    </dgm:pt>
    <dgm:pt modelId="{F2B0448F-F591-46B6-9256-1A234B4B8CD4}" type="pres">
      <dgm:prSet presAssocID="{C3B2DE43-E7D6-45AF-AB3D-BFED8017560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80B8B2BC-B154-463E-8456-E7CCEB93AE1D}" type="pres">
      <dgm:prSet presAssocID="{C3B2DE43-E7D6-45AF-AB3D-BFED80175604}" presName="desTx" presStyleLbl="alignAccFollowNode1" presStyleIdx="0" presStyleCnt="3" custScaleY="100000">
        <dgm:presLayoutVars>
          <dgm:bulletEnabled val="1"/>
        </dgm:presLayoutVars>
      </dgm:prSet>
      <dgm:spPr/>
    </dgm:pt>
    <dgm:pt modelId="{2ECECD66-39D2-4DD3-B483-C5886B659CE6}" type="pres">
      <dgm:prSet presAssocID="{85CC826D-7F1E-47C3-831C-87C86E36452D}" presName="space" presStyleCnt="0"/>
      <dgm:spPr/>
    </dgm:pt>
    <dgm:pt modelId="{1E0B6C3B-42FE-4353-A6EB-921BFE6C8723}" type="pres">
      <dgm:prSet presAssocID="{8D61CD89-3787-4699-8C7C-A090F45423F3}" presName="composite" presStyleCnt="0"/>
      <dgm:spPr/>
    </dgm:pt>
    <dgm:pt modelId="{203E9263-B2DB-412F-B3F8-03F5DBB7325F}" type="pres">
      <dgm:prSet presAssocID="{8D61CD89-3787-4699-8C7C-A090F45423F3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D857D015-08D6-4378-A2CC-5B79707EC9EE}" type="pres">
      <dgm:prSet presAssocID="{8D61CD89-3787-4699-8C7C-A090F45423F3}" presName="desTx" presStyleLbl="alignAccFollowNode1" presStyleIdx="1" presStyleCnt="3">
        <dgm:presLayoutVars>
          <dgm:bulletEnabled val="1"/>
        </dgm:presLayoutVars>
      </dgm:prSet>
      <dgm:spPr/>
    </dgm:pt>
    <dgm:pt modelId="{C7BE2473-4E54-4C17-94E2-231506BE2081}" type="pres">
      <dgm:prSet presAssocID="{E5805D56-91FF-4274-801A-6C3B8AF32887}" presName="space" presStyleCnt="0"/>
      <dgm:spPr/>
    </dgm:pt>
    <dgm:pt modelId="{BF232143-F405-43C1-B256-0E9D7F25C449}" type="pres">
      <dgm:prSet presAssocID="{BF6722AA-55B3-415D-9BBB-C388D7D36298}" presName="composite" presStyleCnt="0"/>
      <dgm:spPr/>
    </dgm:pt>
    <dgm:pt modelId="{48423C63-D4D5-4D70-B504-920A9F3F2961}" type="pres">
      <dgm:prSet presAssocID="{BF6722AA-55B3-415D-9BBB-C388D7D3629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9C5332EF-F0B3-41F9-94F6-2826F7CC674F}" type="pres">
      <dgm:prSet presAssocID="{BF6722AA-55B3-415D-9BBB-C388D7D3629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33DA804-1391-413D-87F6-A577D78FFB8A}" srcId="{8D61CD89-3787-4699-8C7C-A090F45423F3}" destId="{E64AADB6-5FE5-4F04-A5C5-326B27CB9A7E}" srcOrd="3" destOrd="0" parTransId="{54F96F70-A587-498C-B427-31F2C433FD21}" sibTransId="{0E93A815-8B29-4B7A-86D1-80CB3091E1CD}"/>
    <dgm:cxn modelId="{4B0DAA08-7F0D-490B-88E9-C930633E7D1C}" srcId="{2DDC9841-6250-4B54-82E3-1686F26F4519}" destId="{BF6722AA-55B3-415D-9BBB-C388D7D36298}" srcOrd="2" destOrd="0" parTransId="{BE3708B5-C8A8-4EC8-A4C5-9B869246F8EF}" sibTransId="{F4EA68B2-52DB-4886-A9D6-77F518BD2454}"/>
    <dgm:cxn modelId="{6FE1BD0B-33BE-4CBC-8D92-EF27D3D1664C}" type="presOf" srcId="{46C32466-574D-4B39-9250-88C935193FE4}" destId="{9C5332EF-F0B3-41F9-94F6-2826F7CC674F}" srcOrd="0" destOrd="1" presId="urn:microsoft.com/office/officeart/2005/8/layout/hList1"/>
    <dgm:cxn modelId="{3E3EC00F-A0B4-4A67-B55E-54BEC82D026F}" type="presOf" srcId="{3A233503-BE3C-4657-8EAA-E14F5436D300}" destId="{D857D015-08D6-4378-A2CC-5B79707EC9EE}" srcOrd="0" destOrd="0" presId="urn:microsoft.com/office/officeart/2005/8/layout/hList1"/>
    <dgm:cxn modelId="{E6112C12-82BD-444E-96B3-335D20027FD0}" type="presOf" srcId="{E64AADB6-5FE5-4F04-A5C5-326B27CB9A7E}" destId="{D857D015-08D6-4378-A2CC-5B79707EC9EE}" srcOrd="0" destOrd="3" presId="urn:microsoft.com/office/officeart/2005/8/layout/hList1"/>
    <dgm:cxn modelId="{55CC6813-CFE8-41B6-9255-488BE67C0DA5}" type="presOf" srcId="{34A75C6D-A62E-471A-BF7C-E0359E352ED4}" destId="{9C5332EF-F0B3-41F9-94F6-2826F7CC674F}" srcOrd="0" destOrd="3" presId="urn:microsoft.com/office/officeart/2005/8/layout/hList1"/>
    <dgm:cxn modelId="{C33FC515-0FE5-4F51-8A18-9AB04C38E9C9}" srcId="{C3B2DE43-E7D6-45AF-AB3D-BFED80175604}" destId="{84529C47-073B-4640-BDB8-F8E971779B59}" srcOrd="1" destOrd="0" parTransId="{E0B52704-0745-478E-B676-04553D22D9A4}" sibTransId="{C14604D5-BF88-4502-B5DC-C15D2E19D66E}"/>
    <dgm:cxn modelId="{178C8D18-EC11-4B8F-B7DA-972CEDC00605}" type="presOf" srcId="{2DDC9841-6250-4B54-82E3-1686F26F4519}" destId="{814749BE-B5E6-4334-B8AE-D7FCB7EFD60A}" srcOrd="0" destOrd="0" presId="urn:microsoft.com/office/officeart/2005/8/layout/hList1"/>
    <dgm:cxn modelId="{905DD51A-AB86-482B-AD79-8A145EDDDDCF}" srcId="{C3B2DE43-E7D6-45AF-AB3D-BFED80175604}" destId="{7EF347DA-0B50-4333-BB05-0A262B1C972C}" srcOrd="3" destOrd="0" parTransId="{009A7F8A-CC8F-41F3-89CD-28E5E6AD905C}" sibTransId="{D3D414C3-A475-49DF-9007-13A6F954EDD8}"/>
    <dgm:cxn modelId="{9851ED1B-2804-407D-8B43-6F965E4B3388}" srcId="{BF6722AA-55B3-415D-9BBB-C388D7D36298}" destId="{A83B8B78-64C5-4006-B855-595714272468}" srcOrd="2" destOrd="0" parTransId="{FB840225-05DD-4E6B-AB86-F088B8FB71B7}" sibTransId="{80C0C26A-EF3C-4527-805A-226971F78164}"/>
    <dgm:cxn modelId="{FB480B1C-C83D-4549-B1CF-18D93B1406F0}" srcId="{BF6722AA-55B3-415D-9BBB-C388D7D36298}" destId="{BE5251DA-32BB-4518-A461-43EF27EFC35E}" srcOrd="4" destOrd="0" parTransId="{61B69D52-B705-4ADC-A798-387EEC32AABE}" sibTransId="{60C6B3DE-C08D-4AE0-915B-1AAF050CD064}"/>
    <dgm:cxn modelId="{FD3EA21C-4B37-4989-826E-7CD093BD2837}" type="presOf" srcId="{C3B2DE43-E7D6-45AF-AB3D-BFED80175604}" destId="{F2B0448F-F591-46B6-9256-1A234B4B8CD4}" srcOrd="0" destOrd="0" presId="urn:microsoft.com/office/officeart/2005/8/layout/hList1"/>
    <dgm:cxn modelId="{365E1D1D-C4E4-4CA6-8C32-CE0BA26CE28C}" type="presOf" srcId="{0480F474-FD07-43DF-80FA-84D066A6B723}" destId="{D857D015-08D6-4378-A2CC-5B79707EC9EE}" srcOrd="0" destOrd="2" presId="urn:microsoft.com/office/officeart/2005/8/layout/hList1"/>
    <dgm:cxn modelId="{9409A129-C9A9-4FB5-A4D3-16DF0DB3B36C}" srcId="{2DDC9841-6250-4B54-82E3-1686F26F4519}" destId="{C3B2DE43-E7D6-45AF-AB3D-BFED80175604}" srcOrd="0" destOrd="0" parTransId="{F1DF41B9-9D5F-4B97-A411-C5F5D517B5EC}" sibTransId="{85CC826D-7F1E-47C3-831C-87C86E36452D}"/>
    <dgm:cxn modelId="{F4EB0B34-8285-44E4-9036-356C842C4FDC}" type="presOf" srcId="{0F7CF658-2F51-44DB-B317-95D1DF95C560}" destId="{80B8B2BC-B154-463E-8456-E7CCEB93AE1D}" srcOrd="0" destOrd="4" presId="urn:microsoft.com/office/officeart/2005/8/layout/hList1"/>
    <dgm:cxn modelId="{118AE636-E79F-45C8-97F5-5A4BB4BD94DB}" type="presOf" srcId="{790B91CF-A55D-4CE6-B6F6-FDFB32C45BF2}" destId="{80B8B2BC-B154-463E-8456-E7CCEB93AE1D}" srcOrd="0" destOrd="0" presId="urn:microsoft.com/office/officeart/2005/8/layout/hList1"/>
    <dgm:cxn modelId="{58A8CE39-3431-402A-AC33-C4F62B86BDC4}" type="presOf" srcId="{088DE061-A6AE-4E6A-85CE-3B5BB3E346BE}" destId="{D857D015-08D6-4378-A2CC-5B79707EC9EE}" srcOrd="0" destOrd="1" presId="urn:microsoft.com/office/officeart/2005/8/layout/hList1"/>
    <dgm:cxn modelId="{1FC3AB5C-247A-43D3-A673-EEA9B9C3F53F}" srcId="{BF6722AA-55B3-415D-9BBB-C388D7D36298}" destId="{46C32466-574D-4B39-9250-88C935193FE4}" srcOrd="1" destOrd="0" parTransId="{2EDCD1E2-B212-405A-8655-DA97DA20650B}" sibTransId="{703B691C-2EBE-4B7B-A904-4149878DC291}"/>
    <dgm:cxn modelId="{7011D16D-14F0-4F7C-A351-AC5B520CD39E}" type="presOf" srcId="{D88553CE-CA94-4B1E-8669-237A15E657B4}" destId="{80B8B2BC-B154-463E-8456-E7CCEB93AE1D}" srcOrd="0" destOrd="2" presId="urn:microsoft.com/office/officeart/2005/8/layout/hList1"/>
    <dgm:cxn modelId="{B8F4A74E-DB8A-41BC-9910-F857783461CA}" type="presOf" srcId="{BF6722AA-55B3-415D-9BBB-C388D7D36298}" destId="{48423C63-D4D5-4D70-B504-920A9F3F2961}" srcOrd="0" destOrd="0" presId="urn:microsoft.com/office/officeart/2005/8/layout/hList1"/>
    <dgm:cxn modelId="{8AFDD959-AA2A-45D3-966B-8FC73A110A0D}" type="presOf" srcId="{BE5251DA-32BB-4518-A461-43EF27EFC35E}" destId="{9C5332EF-F0B3-41F9-94F6-2826F7CC674F}" srcOrd="0" destOrd="4" presId="urn:microsoft.com/office/officeart/2005/8/layout/hList1"/>
    <dgm:cxn modelId="{D416D85A-CB43-4208-BAFD-9E9037BF06C0}" srcId="{8D61CD89-3787-4699-8C7C-A090F45423F3}" destId="{0480F474-FD07-43DF-80FA-84D066A6B723}" srcOrd="2" destOrd="0" parTransId="{458CB153-2AB0-49B1-8555-9255572C1BB7}" sibTransId="{436B73C5-0B3C-45CC-B3DB-5AED16A58D48}"/>
    <dgm:cxn modelId="{C231DE7B-1066-42AF-8A10-A9D4E8DA0CAD}" srcId="{C3B2DE43-E7D6-45AF-AB3D-BFED80175604}" destId="{0F7CF658-2F51-44DB-B317-95D1DF95C560}" srcOrd="4" destOrd="0" parTransId="{C81F8C12-1D6F-472D-BFDD-2C6C55148233}" sibTransId="{B1DB936A-9051-4110-8B54-834485209292}"/>
    <dgm:cxn modelId="{ABD0268B-EBF3-433A-9D4B-4843A20E0788}" srcId="{C3B2DE43-E7D6-45AF-AB3D-BFED80175604}" destId="{790B91CF-A55D-4CE6-B6F6-FDFB32C45BF2}" srcOrd="0" destOrd="0" parTransId="{BDAACFA5-76E7-4CD4-A427-79CB75F252EB}" sibTransId="{C579C307-3451-4D4F-A0AA-31B70064515C}"/>
    <dgm:cxn modelId="{5F6E6B8B-FF63-4F7E-9533-2F62956A94B6}" srcId="{BF6722AA-55B3-415D-9BBB-C388D7D36298}" destId="{E699D7A2-24D1-4850-AE97-27622E8B1392}" srcOrd="0" destOrd="0" parTransId="{6C272524-336B-4656-9140-8D4C75601966}" sibTransId="{9E12E2F7-67B2-44AC-AB6D-6D561D387AF3}"/>
    <dgm:cxn modelId="{00554FA0-D329-464C-BB9D-B3062A42A2F2}" srcId="{C3B2DE43-E7D6-45AF-AB3D-BFED80175604}" destId="{D88553CE-CA94-4B1E-8669-237A15E657B4}" srcOrd="2" destOrd="0" parTransId="{23F77AE5-5B6D-478F-A33A-5BD60687D1BD}" sibTransId="{F6173FD5-0484-41D0-AD7C-AF280FC2D95D}"/>
    <dgm:cxn modelId="{CC4E32A1-4E2C-4C8A-9B3A-34F9677075BD}" srcId="{BF6722AA-55B3-415D-9BBB-C388D7D36298}" destId="{34A75C6D-A62E-471A-BF7C-E0359E352ED4}" srcOrd="3" destOrd="0" parTransId="{0DFEEA6E-1365-4CCD-B413-7D0B27E505F6}" sibTransId="{F237E753-3D52-4FFA-BF59-A44E0E304A96}"/>
    <dgm:cxn modelId="{8EA9CFB7-204C-45CF-B681-4BE4DC1391D6}" type="presOf" srcId="{7EF347DA-0B50-4333-BB05-0A262B1C972C}" destId="{80B8B2BC-B154-463E-8456-E7CCEB93AE1D}" srcOrd="0" destOrd="3" presId="urn:microsoft.com/office/officeart/2005/8/layout/hList1"/>
    <dgm:cxn modelId="{7EDB93C1-C929-441F-BCA7-3FFD172BE3A6}" type="presOf" srcId="{E699D7A2-24D1-4850-AE97-27622E8B1392}" destId="{9C5332EF-F0B3-41F9-94F6-2826F7CC674F}" srcOrd="0" destOrd="0" presId="urn:microsoft.com/office/officeart/2005/8/layout/hList1"/>
    <dgm:cxn modelId="{D574C1C5-C212-49A6-A378-E688AFF41767}" type="presOf" srcId="{84529C47-073B-4640-BDB8-F8E971779B59}" destId="{80B8B2BC-B154-463E-8456-E7CCEB93AE1D}" srcOrd="0" destOrd="1" presId="urn:microsoft.com/office/officeart/2005/8/layout/hList1"/>
    <dgm:cxn modelId="{B7705DCB-1D39-4BF5-BC82-3D81FD83B522}" srcId="{8D61CD89-3787-4699-8C7C-A090F45423F3}" destId="{088DE061-A6AE-4E6A-85CE-3B5BB3E346BE}" srcOrd="1" destOrd="0" parTransId="{14136DC3-8708-4B00-B8AE-5FAC1CB19000}" sibTransId="{309038B5-B4ED-4B38-9F54-0123E11BD5E1}"/>
    <dgm:cxn modelId="{54D9D4D7-8F03-43C2-8CCD-7FE9D711E0E8}" srcId="{8D61CD89-3787-4699-8C7C-A090F45423F3}" destId="{3A233503-BE3C-4657-8EAA-E14F5436D300}" srcOrd="0" destOrd="0" parTransId="{9E554D15-5EFA-488E-AFCA-A73FE6977A4B}" sibTransId="{D898B408-92B5-4DCE-967D-23A745B4083A}"/>
    <dgm:cxn modelId="{79EFF6EA-9463-444F-922F-91A9FFC0DCAE}" type="presOf" srcId="{8D61CD89-3787-4699-8C7C-A090F45423F3}" destId="{203E9263-B2DB-412F-B3F8-03F5DBB7325F}" srcOrd="0" destOrd="0" presId="urn:microsoft.com/office/officeart/2005/8/layout/hList1"/>
    <dgm:cxn modelId="{1DCCC6F7-DBD2-4199-BCB7-D1C08F3CF4D3}" srcId="{2DDC9841-6250-4B54-82E3-1686F26F4519}" destId="{8D61CD89-3787-4699-8C7C-A090F45423F3}" srcOrd="1" destOrd="0" parTransId="{64614924-C9A3-44A3-9F4C-727CD69E59CE}" sibTransId="{E5805D56-91FF-4274-801A-6C3B8AF32887}"/>
    <dgm:cxn modelId="{3077BEFE-C21E-4661-B884-AF522A86ED88}" type="presOf" srcId="{A83B8B78-64C5-4006-B855-595714272468}" destId="{9C5332EF-F0B3-41F9-94F6-2826F7CC674F}" srcOrd="0" destOrd="2" presId="urn:microsoft.com/office/officeart/2005/8/layout/hList1"/>
    <dgm:cxn modelId="{83AA80B7-FDB4-49F2-B356-D31FF01F8986}" type="presParOf" srcId="{814749BE-B5E6-4334-B8AE-D7FCB7EFD60A}" destId="{BA052C11-CBAA-4C43-8E19-427787006151}" srcOrd="0" destOrd="0" presId="urn:microsoft.com/office/officeart/2005/8/layout/hList1"/>
    <dgm:cxn modelId="{05707DEB-054C-46D3-B4BF-3C3F4D776E8F}" type="presParOf" srcId="{BA052C11-CBAA-4C43-8E19-427787006151}" destId="{F2B0448F-F591-46B6-9256-1A234B4B8CD4}" srcOrd="0" destOrd="0" presId="urn:microsoft.com/office/officeart/2005/8/layout/hList1"/>
    <dgm:cxn modelId="{2B0F848A-52FB-414B-B2EB-793FEF276860}" type="presParOf" srcId="{BA052C11-CBAA-4C43-8E19-427787006151}" destId="{80B8B2BC-B154-463E-8456-E7CCEB93AE1D}" srcOrd="1" destOrd="0" presId="urn:microsoft.com/office/officeart/2005/8/layout/hList1"/>
    <dgm:cxn modelId="{798A8BB9-2DA7-4A1D-9CE8-682B669F8A54}" type="presParOf" srcId="{814749BE-B5E6-4334-B8AE-D7FCB7EFD60A}" destId="{2ECECD66-39D2-4DD3-B483-C5886B659CE6}" srcOrd="1" destOrd="0" presId="urn:microsoft.com/office/officeart/2005/8/layout/hList1"/>
    <dgm:cxn modelId="{BD9C1524-0AE2-4C0D-A439-8C442795B77F}" type="presParOf" srcId="{814749BE-B5E6-4334-B8AE-D7FCB7EFD60A}" destId="{1E0B6C3B-42FE-4353-A6EB-921BFE6C8723}" srcOrd="2" destOrd="0" presId="urn:microsoft.com/office/officeart/2005/8/layout/hList1"/>
    <dgm:cxn modelId="{2605570B-7619-4C9F-9A62-6493BF721AC8}" type="presParOf" srcId="{1E0B6C3B-42FE-4353-A6EB-921BFE6C8723}" destId="{203E9263-B2DB-412F-B3F8-03F5DBB7325F}" srcOrd="0" destOrd="0" presId="urn:microsoft.com/office/officeart/2005/8/layout/hList1"/>
    <dgm:cxn modelId="{F78E3FB4-1C74-45B8-A089-7B8908128F6E}" type="presParOf" srcId="{1E0B6C3B-42FE-4353-A6EB-921BFE6C8723}" destId="{D857D015-08D6-4378-A2CC-5B79707EC9EE}" srcOrd="1" destOrd="0" presId="urn:microsoft.com/office/officeart/2005/8/layout/hList1"/>
    <dgm:cxn modelId="{4714FE62-A17F-4B87-A857-04E712D9F3ED}" type="presParOf" srcId="{814749BE-B5E6-4334-B8AE-D7FCB7EFD60A}" destId="{C7BE2473-4E54-4C17-94E2-231506BE2081}" srcOrd="3" destOrd="0" presId="urn:microsoft.com/office/officeart/2005/8/layout/hList1"/>
    <dgm:cxn modelId="{AE29445A-4B89-40FA-818E-AB268AD1B243}" type="presParOf" srcId="{814749BE-B5E6-4334-B8AE-D7FCB7EFD60A}" destId="{BF232143-F405-43C1-B256-0E9D7F25C449}" srcOrd="4" destOrd="0" presId="urn:microsoft.com/office/officeart/2005/8/layout/hList1"/>
    <dgm:cxn modelId="{43596473-D072-417A-B9E1-9CF87898B793}" type="presParOf" srcId="{BF232143-F405-43C1-B256-0E9D7F25C449}" destId="{48423C63-D4D5-4D70-B504-920A9F3F2961}" srcOrd="0" destOrd="0" presId="urn:microsoft.com/office/officeart/2005/8/layout/hList1"/>
    <dgm:cxn modelId="{96EABDF4-9489-4B04-B533-B0A10A0FE7E7}" type="presParOf" srcId="{BF232143-F405-43C1-B256-0E9D7F25C449}" destId="{9C5332EF-F0B3-41F9-94F6-2826F7CC674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FA4CE27-EBD6-4534-B9C9-60444948A83A}" type="doc">
      <dgm:prSet loTypeId="urn:microsoft.com/office/officeart/2005/8/layout/hList1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4AE67B-A57A-4A2F-9CC1-84D27219FE5A}">
      <dgm:prSet phldrT="[Text]" custT="1"/>
      <dgm:spPr/>
      <dgm:t>
        <a:bodyPr/>
        <a:lstStyle/>
        <a:p>
          <a:r>
            <a:rPr lang="en-US" sz="2000" dirty="0"/>
            <a:t>Total Incontinence </a:t>
          </a:r>
        </a:p>
      </dgm:t>
    </dgm:pt>
    <dgm:pt modelId="{8080E113-B9BE-4923-A188-CCF7D72D82BF}" type="parTrans" cxnId="{09321F70-98B6-4889-9C1E-326A97EB37D9}">
      <dgm:prSet/>
      <dgm:spPr/>
      <dgm:t>
        <a:bodyPr/>
        <a:lstStyle/>
        <a:p>
          <a:endParaRPr lang="en-US"/>
        </a:p>
      </dgm:t>
    </dgm:pt>
    <dgm:pt modelId="{8FDF3062-8A45-4F95-AACA-ED062A489D11}" type="sibTrans" cxnId="{09321F70-98B6-4889-9C1E-326A97EB37D9}">
      <dgm:prSet/>
      <dgm:spPr/>
      <dgm:t>
        <a:bodyPr/>
        <a:lstStyle/>
        <a:p>
          <a:endParaRPr lang="en-US"/>
        </a:p>
      </dgm:t>
    </dgm:pt>
    <dgm:pt modelId="{5E468521-A630-4F8D-9F25-71054B4DFF46}">
      <dgm:prSet phldrT="[Text]"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an anatomical defect </a:t>
          </a:r>
          <a:endParaRPr lang="en-US" sz="1400" dirty="0"/>
        </a:p>
      </dgm:t>
    </dgm:pt>
    <dgm:pt modelId="{4B4981A2-9C0A-4A75-9B60-DCB13017500F}" type="parTrans" cxnId="{CA00EE5F-42AB-483C-BF03-43B89327A74E}">
      <dgm:prSet/>
      <dgm:spPr/>
      <dgm:t>
        <a:bodyPr/>
        <a:lstStyle/>
        <a:p>
          <a:endParaRPr lang="en-US"/>
        </a:p>
      </dgm:t>
    </dgm:pt>
    <dgm:pt modelId="{6BD9EFB7-50DB-4A0F-968B-E034BCDAF644}" type="sibTrans" cxnId="{CA00EE5F-42AB-483C-BF03-43B89327A74E}">
      <dgm:prSet/>
      <dgm:spPr/>
      <dgm:t>
        <a:bodyPr/>
        <a:lstStyle/>
        <a:p>
          <a:endParaRPr lang="en-US"/>
        </a:p>
      </dgm:t>
    </dgm:pt>
    <dgm:pt modelId="{5AE5810C-826D-47BE-A36F-3D73E0F8B075}">
      <dgm:prSet phldrT="[Text]" custT="1"/>
      <dgm:spPr/>
      <dgm:t>
        <a:bodyPr/>
        <a:lstStyle/>
        <a:p>
          <a:r>
            <a:rPr lang="en-US" sz="2000" dirty="0"/>
            <a:t>Other Causes</a:t>
          </a:r>
        </a:p>
      </dgm:t>
    </dgm:pt>
    <dgm:pt modelId="{A9A3BB34-7C35-444E-863B-8FA199DB29FA}" type="parTrans" cxnId="{C7CABBF7-77AF-406A-B3C3-EFDEEE7D0A8F}">
      <dgm:prSet/>
      <dgm:spPr/>
      <dgm:t>
        <a:bodyPr/>
        <a:lstStyle/>
        <a:p>
          <a:endParaRPr lang="en-US"/>
        </a:p>
      </dgm:t>
    </dgm:pt>
    <dgm:pt modelId="{C82163DF-6F13-42D3-8B99-AA7E572BB1D7}" type="sibTrans" cxnId="{C7CABBF7-77AF-406A-B3C3-EFDEEE7D0A8F}">
      <dgm:prSet/>
      <dgm:spPr/>
      <dgm:t>
        <a:bodyPr/>
        <a:lstStyle/>
        <a:p>
          <a:endParaRPr lang="en-US"/>
        </a:p>
      </dgm:t>
    </dgm:pt>
    <dgm:pt modelId="{9555609C-EA0A-47D0-A901-153C639B64BE}">
      <dgm:prSet phldrT="[Text]"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some medications, especially some diuretics, antihypertensive drugs, sleeping tablets, sedatives, and muscle relaxants</a:t>
          </a:r>
          <a:endParaRPr lang="en-US" sz="1400" dirty="0"/>
        </a:p>
      </dgm:t>
    </dgm:pt>
    <dgm:pt modelId="{565320CB-116B-41C4-8807-8ABAFBF9A203}" type="parTrans" cxnId="{2A051BBD-EE02-4541-90C5-33B82EC9A091}">
      <dgm:prSet/>
      <dgm:spPr/>
      <dgm:t>
        <a:bodyPr/>
        <a:lstStyle/>
        <a:p>
          <a:endParaRPr lang="en-US"/>
        </a:p>
      </dgm:t>
    </dgm:pt>
    <dgm:pt modelId="{92EE9DEB-514A-43FF-8442-8E22C96EDE1E}" type="sibTrans" cxnId="{2A051BBD-EE02-4541-90C5-33B82EC9A091}">
      <dgm:prSet/>
      <dgm:spPr/>
      <dgm:t>
        <a:bodyPr/>
        <a:lstStyle/>
        <a:p>
          <a:endParaRPr lang="en-US"/>
        </a:p>
      </dgm:t>
    </dgm:pt>
    <dgm:pt modelId="{D3EC983A-DDA5-44B0-A784-19D34EC24240}">
      <dgm:prSet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a spinal cord injury that impairs the nerve signals between the brain and the bladder</a:t>
          </a:r>
          <a:endParaRPr lang="en-US" sz="1400" dirty="0">
            <a:latin typeface="Century Schoolbook" panose="02040604050505020304" pitchFamily="18" charset="0"/>
          </a:endParaRPr>
        </a:p>
      </dgm:t>
    </dgm:pt>
    <dgm:pt modelId="{E37B494F-314A-4592-AFF5-30A80CDAB00B}" type="parTrans" cxnId="{B4046D26-0873-46FF-808F-FD4716642D11}">
      <dgm:prSet/>
      <dgm:spPr/>
      <dgm:t>
        <a:bodyPr/>
        <a:lstStyle/>
        <a:p>
          <a:endParaRPr lang="en-US"/>
        </a:p>
      </dgm:t>
    </dgm:pt>
    <dgm:pt modelId="{28193B26-DC68-4583-9259-34C73231070A}" type="sibTrans" cxnId="{B4046D26-0873-46FF-808F-FD4716642D11}">
      <dgm:prSet/>
      <dgm:spPr/>
      <dgm:t>
        <a:bodyPr/>
        <a:lstStyle/>
        <a:p>
          <a:endParaRPr lang="en-US"/>
        </a:p>
      </dgm:t>
    </dgm:pt>
    <dgm:pt modelId="{7ADB0E7F-25DB-497E-B55E-10D9EEE34A28}">
      <dgm:prSet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a fistula</a:t>
          </a:r>
          <a:endParaRPr lang="en-US" sz="1400" dirty="0">
            <a:latin typeface="Century Schoolbook" panose="02040604050505020304" pitchFamily="18" charset="0"/>
          </a:endParaRPr>
        </a:p>
      </dgm:t>
    </dgm:pt>
    <dgm:pt modelId="{304E87A4-308E-48A9-A2FF-49300D6631CE}" type="parTrans" cxnId="{06999A93-A048-4582-8008-9D458B543759}">
      <dgm:prSet/>
      <dgm:spPr/>
      <dgm:t>
        <a:bodyPr/>
        <a:lstStyle/>
        <a:p>
          <a:endParaRPr lang="en-US"/>
        </a:p>
      </dgm:t>
    </dgm:pt>
    <dgm:pt modelId="{61B2AB6D-0AAC-4271-8257-5C51193B48D2}" type="sibTrans" cxnId="{06999A93-A048-4582-8008-9D458B543759}">
      <dgm:prSet/>
      <dgm:spPr/>
      <dgm:t>
        <a:bodyPr/>
        <a:lstStyle/>
        <a:p>
          <a:endParaRPr lang="en-US"/>
        </a:p>
      </dgm:t>
    </dgm:pt>
    <dgm:pt modelId="{1B7D2E54-DC79-4F66-AC42-6DDFC0BDF574}">
      <dgm:prSet custT="1"/>
      <dgm:spPr/>
      <dgm:t>
        <a:bodyPr/>
        <a:lstStyle/>
        <a:p>
          <a:r>
            <a:rPr lang="en-US" sz="1400" b="0" i="0" dirty="0">
              <a:latin typeface="Century Schoolbook" panose="02040604050505020304" pitchFamily="18" charset="0"/>
            </a:rPr>
            <a:t>Alcohol</a:t>
          </a:r>
          <a:endParaRPr lang="en-US" sz="1400" dirty="0">
            <a:latin typeface="Century Schoolbook" panose="02040604050505020304" pitchFamily="18" charset="0"/>
          </a:endParaRPr>
        </a:p>
      </dgm:t>
    </dgm:pt>
    <dgm:pt modelId="{37B5D641-495D-43F3-ACCB-40E390359FAD}" type="parTrans" cxnId="{984E65C0-6C5B-49A3-9FA9-661ED5073643}">
      <dgm:prSet/>
      <dgm:spPr/>
      <dgm:t>
        <a:bodyPr/>
        <a:lstStyle/>
        <a:p>
          <a:endParaRPr lang="en-US"/>
        </a:p>
      </dgm:t>
    </dgm:pt>
    <dgm:pt modelId="{648D13C9-7C87-4E09-8233-174080CD9D08}" type="sibTrans" cxnId="{984E65C0-6C5B-49A3-9FA9-661ED5073643}">
      <dgm:prSet/>
      <dgm:spPr/>
      <dgm:t>
        <a:bodyPr/>
        <a:lstStyle/>
        <a:p>
          <a:endParaRPr lang="en-US"/>
        </a:p>
      </dgm:t>
    </dgm:pt>
    <dgm:pt modelId="{93439D99-1EAD-4D3D-A314-A672F0E114F3}">
      <dgm:prSet custT="1"/>
      <dgm:spPr/>
      <dgm:t>
        <a:bodyPr/>
        <a:lstStyle/>
        <a:p>
          <a:r>
            <a:rPr lang="en-US" sz="1400" dirty="0">
              <a:latin typeface="Century Schoolbook" panose="02040604050505020304" pitchFamily="18" charset="0"/>
            </a:rPr>
            <a:t>urinary tract infections</a:t>
          </a:r>
          <a:r>
            <a:rPr lang="en-US" sz="1400" b="0" i="0" dirty="0">
              <a:latin typeface="Century Schoolbook" panose="02040604050505020304" pitchFamily="18" charset="0"/>
            </a:rPr>
            <a:t> (UTIs)</a:t>
          </a:r>
          <a:endParaRPr lang="en-US" sz="1400" dirty="0">
            <a:latin typeface="Century Schoolbook" panose="02040604050505020304" pitchFamily="18" charset="0"/>
          </a:endParaRPr>
        </a:p>
      </dgm:t>
    </dgm:pt>
    <dgm:pt modelId="{FCDA6896-B976-457B-A048-C548487CC8D3}" type="parTrans" cxnId="{DEAB4FFA-0E45-4149-B172-F4E11B2DE905}">
      <dgm:prSet/>
      <dgm:spPr/>
      <dgm:t>
        <a:bodyPr/>
        <a:lstStyle/>
        <a:p>
          <a:endParaRPr lang="en-US"/>
        </a:p>
      </dgm:t>
    </dgm:pt>
    <dgm:pt modelId="{EC50D264-C9C4-43DF-A2C4-D71F4599030F}" type="sibTrans" cxnId="{DEAB4FFA-0E45-4149-B172-F4E11B2DE905}">
      <dgm:prSet/>
      <dgm:spPr/>
      <dgm:t>
        <a:bodyPr/>
        <a:lstStyle/>
        <a:p>
          <a:endParaRPr lang="en-US"/>
        </a:p>
      </dgm:t>
    </dgm:pt>
    <dgm:pt modelId="{5ECA853D-8F43-4CE3-AB74-DF6FAF633002}" type="pres">
      <dgm:prSet presAssocID="{6FA4CE27-EBD6-4534-B9C9-60444948A83A}" presName="Name0" presStyleCnt="0">
        <dgm:presLayoutVars>
          <dgm:dir/>
          <dgm:animLvl val="lvl"/>
          <dgm:resizeHandles val="exact"/>
        </dgm:presLayoutVars>
      </dgm:prSet>
      <dgm:spPr/>
    </dgm:pt>
    <dgm:pt modelId="{AC100FE5-7F0B-48E4-9C2F-468D50F6DE50}" type="pres">
      <dgm:prSet presAssocID="{524AE67B-A57A-4A2F-9CC1-84D27219FE5A}" presName="composite" presStyleCnt="0"/>
      <dgm:spPr/>
    </dgm:pt>
    <dgm:pt modelId="{C3AAC35B-F13F-46BF-9E55-22261012700C}" type="pres">
      <dgm:prSet presAssocID="{524AE67B-A57A-4A2F-9CC1-84D27219FE5A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AC6A4F9E-431F-4AE7-9EA8-D7C40FB77D29}" type="pres">
      <dgm:prSet presAssocID="{524AE67B-A57A-4A2F-9CC1-84D27219FE5A}" presName="desTx" presStyleLbl="alignAccFollowNode1" presStyleIdx="0" presStyleCnt="2" custScaleY="100000">
        <dgm:presLayoutVars>
          <dgm:bulletEnabled val="1"/>
        </dgm:presLayoutVars>
      </dgm:prSet>
      <dgm:spPr/>
    </dgm:pt>
    <dgm:pt modelId="{E3500266-9E6B-4D28-8CD7-8E8CE2828D0F}" type="pres">
      <dgm:prSet presAssocID="{8FDF3062-8A45-4F95-AACA-ED062A489D11}" presName="space" presStyleCnt="0"/>
      <dgm:spPr/>
    </dgm:pt>
    <dgm:pt modelId="{1E7107B5-0182-49CF-AF2E-F5C7390493A7}" type="pres">
      <dgm:prSet presAssocID="{5AE5810C-826D-47BE-A36F-3D73E0F8B075}" presName="composite" presStyleCnt="0"/>
      <dgm:spPr/>
    </dgm:pt>
    <dgm:pt modelId="{0F61B25D-C2C8-4A5B-8696-B7918E2F2F27}" type="pres">
      <dgm:prSet presAssocID="{5AE5810C-826D-47BE-A36F-3D73E0F8B075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2B4CB45F-F72B-4530-B8AF-4497BB421425}" type="pres">
      <dgm:prSet presAssocID="{5AE5810C-826D-47BE-A36F-3D73E0F8B075}" presName="desTx" presStyleLbl="alignAccFollowNode1" presStyleIdx="1" presStyleCnt="2" custScaleY="100000">
        <dgm:presLayoutVars>
          <dgm:bulletEnabled val="1"/>
        </dgm:presLayoutVars>
      </dgm:prSet>
      <dgm:spPr/>
    </dgm:pt>
  </dgm:ptLst>
  <dgm:cxnLst>
    <dgm:cxn modelId="{72023111-2E50-425E-A212-1AEC4A98A83B}" type="presOf" srcId="{5AE5810C-826D-47BE-A36F-3D73E0F8B075}" destId="{0F61B25D-C2C8-4A5B-8696-B7918E2F2F27}" srcOrd="0" destOrd="0" presId="urn:microsoft.com/office/officeart/2005/8/layout/hList1"/>
    <dgm:cxn modelId="{B4046D26-0873-46FF-808F-FD4716642D11}" srcId="{524AE67B-A57A-4A2F-9CC1-84D27219FE5A}" destId="{D3EC983A-DDA5-44B0-A784-19D34EC24240}" srcOrd="1" destOrd="0" parTransId="{E37B494F-314A-4592-AFF5-30A80CDAB00B}" sibTransId="{28193B26-DC68-4583-9259-34C73231070A}"/>
    <dgm:cxn modelId="{33BC882C-9AB2-431D-B82F-A207DAA77F77}" type="presOf" srcId="{7ADB0E7F-25DB-497E-B55E-10D9EEE34A28}" destId="{AC6A4F9E-431F-4AE7-9EA8-D7C40FB77D29}" srcOrd="0" destOrd="2" presId="urn:microsoft.com/office/officeart/2005/8/layout/hList1"/>
    <dgm:cxn modelId="{54D9055D-8C57-4742-88C2-2AD1358488EF}" type="presOf" srcId="{D3EC983A-DDA5-44B0-A784-19D34EC24240}" destId="{AC6A4F9E-431F-4AE7-9EA8-D7C40FB77D29}" srcOrd="0" destOrd="1" presId="urn:microsoft.com/office/officeart/2005/8/layout/hList1"/>
    <dgm:cxn modelId="{CA00EE5F-42AB-483C-BF03-43B89327A74E}" srcId="{524AE67B-A57A-4A2F-9CC1-84D27219FE5A}" destId="{5E468521-A630-4F8D-9F25-71054B4DFF46}" srcOrd="0" destOrd="0" parTransId="{4B4981A2-9C0A-4A75-9B60-DCB13017500F}" sibTransId="{6BD9EFB7-50DB-4A0F-968B-E034BCDAF644}"/>
    <dgm:cxn modelId="{9EA41160-0973-4F7A-84C6-C404A3FBE3E6}" type="presOf" srcId="{524AE67B-A57A-4A2F-9CC1-84D27219FE5A}" destId="{C3AAC35B-F13F-46BF-9E55-22261012700C}" srcOrd="0" destOrd="0" presId="urn:microsoft.com/office/officeart/2005/8/layout/hList1"/>
    <dgm:cxn modelId="{DAEA7346-9609-4A1E-8454-E9EC10D51627}" type="presOf" srcId="{93439D99-1EAD-4D3D-A314-A672F0E114F3}" destId="{2B4CB45F-F72B-4530-B8AF-4497BB421425}" srcOrd="0" destOrd="2" presId="urn:microsoft.com/office/officeart/2005/8/layout/hList1"/>
    <dgm:cxn modelId="{09321F70-98B6-4889-9C1E-326A97EB37D9}" srcId="{6FA4CE27-EBD6-4534-B9C9-60444948A83A}" destId="{524AE67B-A57A-4A2F-9CC1-84D27219FE5A}" srcOrd="0" destOrd="0" parTransId="{8080E113-B9BE-4923-A188-CCF7D72D82BF}" sibTransId="{8FDF3062-8A45-4F95-AACA-ED062A489D11}"/>
    <dgm:cxn modelId="{06999A93-A048-4582-8008-9D458B543759}" srcId="{524AE67B-A57A-4A2F-9CC1-84D27219FE5A}" destId="{7ADB0E7F-25DB-497E-B55E-10D9EEE34A28}" srcOrd="2" destOrd="0" parTransId="{304E87A4-308E-48A9-A2FF-49300D6631CE}" sibTransId="{61B2AB6D-0AAC-4271-8257-5C51193B48D2}"/>
    <dgm:cxn modelId="{2A051BBD-EE02-4541-90C5-33B82EC9A091}" srcId="{5AE5810C-826D-47BE-A36F-3D73E0F8B075}" destId="{9555609C-EA0A-47D0-A901-153C639B64BE}" srcOrd="0" destOrd="0" parTransId="{565320CB-116B-41C4-8807-8ABAFBF9A203}" sibTransId="{92EE9DEB-514A-43FF-8442-8E22C96EDE1E}"/>
    <dgm:cxn modelId="{D0CE1CBE-B20B-4C79-BC3E-7FAE3AD54361}" type="presOf" srcId="{9555609C-EA0A-47D0-A901-153C639B64BE}" destId="{2B4CB45F-F72B-4530-B8AF-4497BB421425}" srcOrd="0" destOrd="0" presId="urn:microsoft.com/office/officeart/2005/8/layout/hList1"/>
    <dgm:cxn modelId="{984E65C0-6C5B-49A3-9FA9-661ED5073643}" srcId="{5AE5810C-826D-47BE-A36F-3D73E0F8B075}" destId="{1B7D2E54-DC79-4F66-AC42-6DDFC0BDF574}" srcOrd="1" destOrd="0" parTransId="{37B5D641-495D-43F3-ACCB-40E390359FAD}" sibTransId="{648D13C9-7C87-4E09-8233-174080CD9D08}"/>
    <dgm:cxn modelId="{88AB73CC-A5BA-4231-843B-05A7F3CD0DDA}" type="presOf" srcId="{5E468521-A630-4F8D-9F25-71054B4DFF46}" destId="{AC6A4F9E-431F-4AE7-9EA8-D7C40FB77D29}" srcOrd="0" destOrd="0" presId="urn:microsoft.com/office/officeart/2005/8/layout/hList1"/>
    <dgm:cxn modelId="{705630DF-1B6D-4448-A5DE-3D35A6563682}" type="presOf" srcId="{6FA4CE27-EBD6-4534-B9C9-60444948A83A}" destId="{5ECA853D-8F43-4CE3-AB74-DF6FAF633002}" srcOrd="0" destOrd="0" presId="urn:microsoft.com/office/officeart/2005/8/layout/hList1"/>
    <dgm:cxn modelId="{35A6E9EE-EA1A-4FEB-AE3C-2DE9DAF61587}" type="presOf" srcId="{1B7D2E54-DC79-4F66-AC42-6DDFC0BDF574}" destId="{2B4CB45F-F72B-4530-B8AF-4497BB421425}" srcOrd="0" destOrd="1" presId="urn:microsoft.com/office/officeart/2005/8/layout/hList1"/>
    <dgm:cxn modelId="{C7CABBF7-77AF-406A-B3C3-EFDEEE7D0A8F}" srcId="{6FA4CE27-EBD6-4534-B9C9-60444948A83A}" destId="{5AE5810C-826D-47BE-A36F-3D73E0F8B075}" srcOrd="1" destOrd="0" parTransId="{A9A3BB34-7C35-444E-863B-8FA199DB29FA}" sibTransId="{C82163DF-6F13-42D3-8B99-AA7E572BB1D7}"/>
    <dgm:cxn modelId="{DEAB4FFA-0E45-4149-B172-F4E11B2DE905}" srcId="{5AE5810C-826D-47BE-A36F-3D73E0F8B075}" destId="{93439D99-1EAD-4D3D-A314-A672F0E114F3}" srcOrd="2" destOrd="0" parTransId="{FCDA6896-B976-457B-A048-C548487CC8D3}" sibTransId="{EC50D264-C9C4-43DF-A2C4-D71F4599030F}"/>
    <dgm:cxn modelId="{F9CD6460-7BF6-4C9D-A15C-628BDA7BB753}" type="presParOf" srcId="{5ECA853D-8F43-4CE3-AB74-DF6FAF633002}" destId="{AC100FE5-7F0B-48E4-9C2F-468D50F6DE50}" srcOrd="0" destOrd="0" presId="urn:microsoft.com/office/officeart/2005/8/layout/hList1"/>
    <dgm:cxn modelId="{B5838ABA-9199-4C45-B02A-1FF9F0CB332A}" type="presParOf" srcId="{AC100FE5-7F0B-48E4-9C2F-468D50F6DE50}" destId="{C3AAC35B-F13F-46BF-9E55-22261012700C}" srcOrd="0" destOrd="0" presId="urn:microsoft.com/office/officeart/2005/8/layout/hList1"/>
    <dgm:cxn modelId="{D9B0E19A-66C6-4A16-B1EC-FCA549D2E1ED}" type="presParOf" srcId="{AC100FE5-7F0B-48E4-9C2F-468D50F6DE50}" destId="{AC6A4F9E-431F-4AE7-9EA8-D7C40FB77D29}" srcOrd="1" destOrd="0" presId="urn:microsoft.com/office/officeart/2005/8/layout/hList1"/>
    <dgm:cxn modelId="{C5A1C083-0227-44AD-90E5-9871D16EA62E}" type="presParOf" srcId="{5ECA853D-8F43-4CE3-AB74-DF6FAF633002}" destId="{E3500266-9E6B-4D28-8CD7-8E8CE2828D0F}" srcOrd="1" destOrd="0" presId="urn:microsoft.com/office/officeart/2005/8/layout/hList1"/>
    <dgm:cxn modelId="{991FE894-0D80-42FD-A0BB-4DD16A2E86A0}" type="presParOf" srcId="{5ECA853D-8F43-4CE3-AB74-DF6FAF633002}" destId="{1E7107B5-0182-49CF-AF2E-F5C7390493A7}" srcOrd="2" destOrd="0" presId="urn:microsoft.com/office/officeart/2005/8/layout/hList1"/>
    <dgm:cxn modelId="{1B012FF9-F3CB-44CB-917E-39EFEE71A5BA}" type="presParOf" srcId="{1E7107B5-0182-49CF-AF2E-F5C7390493A7}" destId="{0F61B25D-C2C8-4A5B-8696-B7918E2F2F27}" srcOrd="0" destOrd="0" presId="urn:microsoft.com/office/officeart/2005/8/layout/hList1"/>
    <dgm:cxn modelId="{DF5C8BDC-99A8-488C-8BCD-58D602866DD2}" type="presParOf" srcId="{1E7107B5-0182-49CF-AF2E-F5C7390493A7}" destId="{2B4CB45F-F72B-4530-B8AF-4497BB421425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A47589-3F84-49C2-90D0-BB01C6F10D26}" type="doc">
      <dgm:prSet loTypeId="urn:microsoft.com/office/officeart/2011/layout/HexagonRadial" loCatId="cycle" qsTypeId="urn:microsoft.com/office/officeart/2005/8/quickstyle/3d3" qsCatId="3D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A39AF913-59B7-4E05-97DC-288D895C0C6A}">
      <dgm:prSet phldrT="[Text]" custT="1"/>
      <dgm:spPr/>
      <dgm:t>
        <a:bodyPr/>
        <a:lstStyle/>
        <a:p>
          <a:r>
            <a:rPr lang="en-US" sz="2800" dirty="0">
              <a:latin typeface="Century Schoolbook" panose="02040604050505020304" pitchFamily="18" charset="0"/>
            </a:rPr>
            <a:t>Treatment</a:t>
          </a:r>
        </a:p>
      </dgm:t>
    </dgm:pt>
    <dgm:pt modelId="{C762DADC-50F7-4EA7-B297-9439F571805A}" type="parTrans" cxnId="{A6A0C4F4-CC16-440B-B169-9FEE9CCD5BFE}">
      <dgm:prSet/>
      <dgm:spPr/>
      <dgm:t>
        <a:bodyPr/>
        <a:lstStyle/>
        <a:p>
          <a:endParaRPr lang="en-US"/>
        </a:p>
      </dgm:t>
    </dgm:pt>
    <dgm:pt modelId="{29D5AFC8-8F96-423C-8479-EF06D278C6EB}" type="sibTrans" cxnId="{A6A0C4F4-CC16-440B-B169-9FEE9CCD5BFE}">
      <dgm:prSet/>
      <dgm:spPr/>
      <dgm:t>
        <a:bodyPr/>
        <a:lstStyle/>
        <a:p>
          <a:endParaRPr lang="en-US"/>
        </a:p>
      </dgm:t>
    </dgm:pt>
    <dgm:pt modelId="{D650E066-73AB-4C7D-83FC-0DA66CFFB83D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Behavioral Techniques</a:t>
          </a:r>
        </a:p>
      </dgm:t>
    </dgm:pt>
    <dgm:pt modelId="{CD452EDD-2182-4849-871B-1CB20A479CFD}" type="parTrans" cxnId="{1BC23901-ACA4-4733-9513-DFAFDF16872A}">
      <dgm:prSet/>
      <dgm:spPr/>
      <dgm:t>
        <a:bodyPr/>
        <a:lstStyle/>
        <a:p>
          <a:endParaRPr lang="en-US"/>
        </a:p>
      </dgm:t>
    </dgm:pt>
    <dgm:pt modelId="{F845E44D-9119-460E-9EFC-47589367E65A}" type="sibTrans" cxnId="{1BC23901-ACA4-4733-9513-DFAFDF16872A}">
      <dgm:prSet/>
      <dgm:spPr/>
      <dgm:t>
        <a:bodyPr/>
        <a:lstStyle/>
        <a:p>
          <a:endParaRPr lang="en-US"/>
        </a:p>
      </dgm:t>
    </dgm:pt>
    <dgm:pt modelId="{41912027-6911-475A-AF06-E75C9038B0B6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Medications</a:t>
          </a:r>
        </a:p>
      </dgm:t>
    </dgm:pt>
    <dgm:pt modelId="{7F6A640A-0180-4CEC-B314-A3AB068B0FA7}" type="parTrans" cxnId="{D6FA75EA-B340-4FD5-AB21-6F8AE1B94F4A}">
      <dgm:prSet/>
      <dgm:spPr/>
      <dgm:t>
        <a:bodyPr/>
        <a:lstStyle/>
        <a:p>
          <a:endParaRPr lang="en-US"/>
        </a:p>
      </dgm:t>
    </dgm:pt>
    <dgm:pt modelId="{B3AFFF76-1C60-4392-A982-0AB06863B0E0}" type="sibTrans" cxnId="{D6FA75EA-B340-4FD5-AB21-6F8AE1B94F4A}">
      <dgm:prSet/>
      <dgm:spPr/>
      <dgm:t>
        <a:bodyPr/>
        <a:lstStyle/>
        <a:p>
          <a:endParaRPr lang="en-US"/>
        </a:p>
      </dgm:t>
    </dgm:pt>
    <dgm:pt modelId="{48E510D7-A7A7-4318-A490-C7E41F0323DF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Electrical Simulation</a:t>
          </a:r>
        </a:p>
      </dgm:t>
    </dgm:pt>
    <dgm:pt modelId="{B2D8D0D5-B586-415D-9DE9-C391C45EE1B6}" type="parTrans" cxnId="{FE2E93B2-AD0F-4078-BC23-61751505C5F7}">
      <dgm:prSet/>
      <dgm:spPr/>
      <dgm:t>
        <a:bodyPr/>
        <a:lstStyle/>
        <a:p>
          <a:endParaRPr lang="en-US"/>
        </a:p>
      </dgm:t>
    </dgm:pt>
    <dgm:pt modelId="{A1EDE332-778F-4779-9DFB-EFD3BAAE11D9}" type="sibTrans" cxnId="{FE2E93B2-AD0F-4078-BC23-61751505C5F7}">
      <dgm:prSet/>
      <dgm:spPr/>
      <dgm:t>
        <a:bodyPr/>
        <a:lstStyle/>
        <a:p>
          <a:endParaRPr lang="en-US"/>
        </a:p>
      </dgm:t>
    </dgm:pt>
    <dgm:pt modelId="{D43F454F-3BDC-4BDE-AB3C-FF21BFD5F6E6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Medical Devices</a:t>
          </a:r>
        </a:p>
      </dgm:t>
    </dgm:pt>
    <dgm:pt modelId="{3192C5A5-009D-4B01-9298-7D25ABA6C1CE}" type="parTrans" cxnId="{72C056CA-0F84-4440-889A-3071C1D35E08}">
      <dgm:prSet/>
      <dgm:spPr/>
      <dgm:t>
        <a:bodyPr/>
        <a:lstStyle/>
        <a:p>
          <a:endParaRPr lang="en-US"/>
        </a:p>
      </dgm:t>
    </dgm:pt>
    <dgm:pt modelId="{41ADFCCF-6A1C-40BE-86E8-B58D699BC9F4}" type="sibTrans" cxnId="{72C056CA-0F84-4440-889A-3071C1D35E08}">
      <dgm:prSet/>
      <dgm:spPr/>
      <dgm:t>
        <a:bodyPr/>
        <a:lstStyle/>
        <a:p>
          <a:endParaRPr lang="en-US"/>
        </a:p>
      </dgm:t>
    </dgm:pt>
    <dgm:pt modelId="{DA3E6E94-42AB-48E7-8C8E-BEFA5D4C470D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Interventional Therapy</a:t>
          </a:r>
        </a:p>
      </dgm:t>
    </dgm:pt>
    <dgm:pt modelId="{11E2258C-59CD-478B-9001-1F7D7853A9EB}" type="parTrans" cxnId="{71BAEA5C-A72A-4BCB-ADAA-5E723AA459D5}">
      <dgm:prSet/>
      <dgm:spPr/>
      <dgm:t>
        <a:bodyPr/>
        <a:lstStyle/>
        <a:p>
          <a:endParaRPr lang="en-US"/>
        </a:p>
      </dgm:t>
    </dgm:pt>
    <dgm:pt modelId="{87AED79D-9C47-43A8-9069-C38FB09F3D1F}" type="sibTrans" cxnId="{71BAEA5C-A72A-4BCB-ADAA-5E723AA459D5}">
      <dgm:prSet/>
      <dgm:spPr/>
      <dgm:t>
        <a:bodyPr/>
        <a:lstStyle/>
        <a:p>
          <a:endParaRPr lang="en-US"/>
        </a:p>
      </dgm:t>
    </dgm:pt>
    <dgm:pt modelId="{6F8EC871-E306-43D7-BB80-E8340CA7BD58}">
      <dgm:prSet phldrT="[Text]" custT="1"/>
      <dgm:spPr/>
      <dgm:t>
        <a:bodyPr/>
        <a:lstStyle/>
        <a:p>
          <a:r>
            <a:rPr lang="en-US" sz="2000" dirty="0">
              <a:latin typeface="Century Schoolbook" panose="02040604050505020304" pitchFamily="18" charset="0"/>
            </a:rPr>
            <a:t>Surgery</a:t>
          </a:r>
        </a:p>
      </dgm:t>
    </dgm:pt>
    <dgm:pt modelId="{43495A0C-5DA9-4003-B2B7-486E29A5E3F3}" type="parTrans" cxnId="{16387E2F-79BB-4896-AE9A-E46FD479BF2F}">
      <dgm:prSet/>
      <dgm:spPr/>
      <dgm:t>
        <a:bodyPr/>
        <a:lstStyle/>
        <a:p>
          <a:endParaRPr lang="en-US"/>
        </a:p>
      </dgm:t>
    </dgm:pt>
    <dgm:pt modelId="{6FFCF77E-497D-4420-89AA-B048678403F3}" type="sibTrans" cxnId="{16387E2F-79BB-4896-AE9A-E46FD479BF2F}">
      <dgm:prSet/>
      <dgm:spPr/>
      <dgm:t>
        <a:bodyPr/>
        <a:lstStyle/>
        <a:p>
          <a:endParaRPr lang="en-US"/>
        </a:p>
      </dgm:t>
    </dgm:pt>
    <dgm:pt modelId="{CD34566B-5FD3-49C9-9711-F7F5B489C2A6}" type="pres">
      <dgm:prSet presAssocID="{FCA47589-3F84-49C2-90D0-BB01C6F10D26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7D966BA6-C481-491B-9393-4A984EAFAE0D}" type="pres">
      <dgm:prSet presAssocID="{A39AF913-59B7-4E05-97DC-288D895C0C6A}" presName="Parent" presStyleLbl="node0" presStyleIdx="0" presStyleCnt="1" custScaleX="113634">
        <dgm:presLayoutVars>
          <dgm:chMax val="6"/>
          <dgm:chPref val="6"/>
        </dgm:presLayoutVars>
      </dgm:prSet>
      <dgm:spPr/>
    </dgm:pt>
    <dgm:pt modelId="{B7751326-854C-441C-8171-574BEF21B50C}" type="pres">
      <dgm:prSet presAssocID="{D650E066-73AB-4C7D-83FC-0DA66CFFB83D}" presName="Accent1" presStyleCnt="0"/>
      <dgm:spPr/>
    </dgm:pt>
    <dgm:pt modelId="{6EFF4713-EDED-42A5-90DF-DF92D3A88520}" type="pres">
      <dgm:prSet presAssocID="{D650E066-73AB-4C7D-83FC-0DA66CFFB83D}" presName="Accent" presStyleLbl="bgShp" presStyleIdx="0" presStyleCnt="6"/>
      <dgm:spPr/>
    </dgm:pt>
    <dgm:pt modelId="{04E30A7F-92D8-462E-9DCF-F266F1E2B206}" type="pres">
      <dgm:prSet presAssocID="{D650E066-73AB-4C7D-83FC-0DA66CFFB83D}" presName="Child1" presStyleLbl="node1" presStyleIdx="0" presStyleCnt="6" custScaleX="119803" custLinFactNeighborY="-3730">
        <dgm:presLayoutVars>
          <dgm:chMax val="0"/>
          <dgm:chPref val="0"/>
          <dgm:bulletEnabled val="1"/>
        </dgm:presLayoutVars>
      </dgm:prSet>
      <dgm:spPr/>
    </dgm:pt>
    <dgm:pt modelId="{12F561FD-2600-438B-8F53-928811F88DDC}" type="pres">
      <dgm:prSet presAssocID="{41912027-6911-475A-AF06-E75C9038B0B6}" presName="Accent2" presStyleCnt="0"/>
      <dgm:spPr/>
    </dgm:pt>
    <dgm:pt modelId="{3D7BCDAA-12DC-4D5D-9212-FE5BCFC342F0}" type="pres">
      <dgm:prSet presAssocID="{41912027-6911-475A-AF06-E75C9038B0B6}" presName="Accent" presStyleLbl="bgShp" presStyleIdx="1" presStyleCnt="6" custScaleX="109163" custLinFactNeighborX="-8178" custLinFactNeighborY="-6795"/>
      <dgm:spPr/>
    </dgm:pt>
    <dgm:pt modelId="{B3B1E4DB-F79E-4B62-A6A8-77B525D29B25}" type="pres">
      <dgm:prSet presAssocID="{41912027-6911-475A-AF06-E75C9038B0B6}" presName="Child2" presStyleLbl="node1" presStyleIdx="1" presStyleCnt="6" custScaleX="117096" custLinFactNeighborX="13145" custLinFactNeighborY="-122">
        <dgm:presLayoutVars>
          <dgm:chMax val="0"/>
          <dgm:chPref val="0"/>
          <dgm:bulletEnabled val="1"/>
        </dgm:presLayoutVars>
      </dgm:prSet>
      <dgm:spPr/>
    </dgm:pt>
    <dgm:pt modelId="{27EAF8E6-CB1D-4637-B5D5-0261A641B3DB}" type="pres">
      <dgm:prSet presAssocID="{48E510D7-A7A7-4318-A490-C7E41F0323DF}" presName="Accent3" presStyleCnt="0"/>
      <dgm:spPr/>
    </dgm:pt>
    <dgm:pt modelId="{CFDCC23C-CABE-477A-BAC4-894150AAC250}" type="pres">
      <dgm:prSet presAssocID="{48E510D7-A7A7-4318-A490-C7E41F0323DF}" presName="Accent" presStyleLbl="bgShp" presStyleIdx="2" presStyleCnt="6" custScaleX="130538" custScaleY="96765" custLinFactNeighborX="27895" custLinFactNeighborY="-22620"/>
      <dgm:spPr/>
    </dgm:pt>
    <dgm:pt modelId="{523E2FA4-8BB6-48C6-BB2C-71A62534631A}" type="pres">
      <dgm:prSet presAssocID="{48E510D7-A7A7-4318-A490-C7E41F0323DF}" presName="Child3" presStyleLbl="node1" presStyleIdx="2" presStyleCnt="6" custScaleX="112969" custLinFactNeighborX="6795" custLinFactNeighborY="15802">
        <dgm:presLayoutVars>
          <dgm:chMax val="0"/>
          <dgm:chPref val="0"/>
          <dgm:bulletEnabled val="1"/>
        </dgm:presLayoutVars>
      </dgm:prSet>
      <dgm:spPr/>
    </dgm:pt>
    <dgm:pt modelId="{A1082077-6F65-4483-A0F8-93F1F2799574}" type="pres">
      <dgm:prSet presAssocID="{D43F454F-3BDC-4BDE-AB3C-FF21BFD5F6E6}" presName="Accent4" presStyleCnt="0"/>
      <dgm:spPr/>
    </dgm:pt>
    <dgm:pt modelId="{4E97BF36-A001-4F19-B41F-F9EEA96853A2}" type="pres">
      <dgm:prSet presAssocID="{D43F454F-3BDC-4BDE-AB3C-FF21BFD5F6E6}" presName="Accent" presStyleLbl="bgShp" presStyleIdx="3" presStyleCnt="6" custLinFactNeighborX="12772" custLinFactNeighborY="2941"/>
      <dgm:spPr/>
    </dgm:pt>
    <dgm:pt modelId="{9FDDFDE7-41BD-42D8-A108-18C6A4FD9D83}" type="pres">
      <dgm:prSet presAssocID="{D43F454F-3BDC-4BDE-AB3C-FF21BFD5F6E6}" presName="Child4" presStyleLbl="node1" presStyleIdx="3" presStyleCnt="6" custLinFactNeighborY="622">
        <dgm:presLayoutVars>
          <dgm:chMax val="0"/>
          <dgm:chPref val="0"/>
          <dgm:bulletEnabled val="1"/>
        </dgm:presLayoutVars>
      </dgm:prSet>
      <dgm:spPr/>
    </dgm:pt>
    <dgm:pt modelId="{259B7F0E-45A2-42CC-BD14-E7A09CFC69B8}" type="pres">
      <dgm:prSet presAssocID="{DA3E6E94-42AB-48E7-8C8E-BEFA5D4C470D}" presName="Accent5" presStyleCnt="0"/>
      <dgm:spPr/>
    </dgm:pt>
    <dgm:pt modelId="{CB6332B0-7B63-4B46-B2A2-1C04BE0A66F5}" type="pres">
      <dgm:prSet presAssocID="{DA3E6E94-42AB-48E7-8C8E-BEFA5D4C470D}" presName="Accent" presStyleLbl="bgShp" presStyleIdx="4" presStyleCnt="6" custLinFactNeighborX="23366" custLinFactNeighborY="7695"/>
      <dgm:spPr/>
    </dgm:pt>
    <dgm:pt modelId="{CA82DB84-ACD2-4BDB-80FB-5A33826251C5}" type="pres">
      <dgm:prSet presAssocID="{DA3E6E94-42AB-48E7-8C8E-BEFA5D4C470D}" presName="Child5" presStyleLbl="node1" presStyleIdx="4" presStyleCnt="6" custScaleX="134267" custScaleY="101712" custLinFactNeighborX="-18571" custLinFactNeighborY="10206">
        <dgm:presLayoutVars>
          <dgm:chMax val="0"/>
          <dgm:chPref val="0"/>
          <dgm:bulletEnabled val="1"/>
        </dgm:presLayoutVars>
      </dgm:prSet>
      <dgm:spPr/>
    </dgm:pt>
    <dgm:pt modelId="{B17E6C51-2873-4803-A7A9-FCA5D3018A61}" type="pres">
      <dgm:prSet presAssocID="{6F8EC871-E306-43D7-BB80-E8340CA7BD58}" presName="Accent6" presStyleCnt="0"/>
      <dgm:spPr/>
    </dgm:pt>
    <dgm:pt modelId="{60EED103-F895-41D5-A2E3-4C03B5C82E4E}" type="pres">
      <dgm:prSet presAssocID="{6F8EC871-E306-43D7-BB80-E8340CA7BD58}" presName="Accent" presStyleLbl="bgShp" presStyleIdx="5" presStyleCnt="6" custLinFactNeighborX="-20262" custLinFactNeighborY="-70299"/>
      <dgm:spPr/>
    </dgm:pt>
    <dgm:pt modelId="{46D645ED-2ECD-474E-A87A-32527C80AD26}" type="pres">
      <dgm:prSet presAssocID="{6F8EC871-E306-43D7-BB80-E8340CA7BD58}" presName="Child6" presStyleLbl="node1" presStyleIdx="5" presStyleCnt="6" custScaleX="106560" custLinFactNeighborX="-8938" custLinFactNeighborY="16">
        <dgm:presLayoutVars>
          <dgm:chMax val="0"/>
          <dgm:chPref val="0"/>
          <dgm:bulletEnabled val="1"/>
        </dgm:presLayoutVars>
      </dgm:prSet>
      <dgm:spPr/>
    </dgm:pt>
  </dgm:ptLst>
  <dgm:cxnLst>
    <dgm:cxn modelId="{1BC23901-ACA4-4733-9513-DFAFDF16872A}" srcId="{A39AF913-59B7-4E05-97DC-288D895C0C6A}" destId="{D650E066-73AB-4C7D-83FC-0DA66CFFB83D}" srcOrd="0" destOrd="0" parTransId="{CD452EDD-2182-4849-871B-1CB20A479CFD}" sibTransId="{F845E44D-9119-460E-9EFC-47589367E65A}"/>
    <dgm:cxn modelId="{16387E2F-79BB-4896-AE9A-E46FD479BF2F}" srcId="{A39AF913-59B7-4E05-97DC-288D895C0C6A}" destId="{6F8EC871-E306-43D7-BB80-E8340CA7BD58}" srcOrd="5" destOrd="0" parTransId="{43495A0C-5DA9-4003-B2B7-486E29A5E3F3}" sibTransId="{6FFCF77E-497D-4420-89AA-B048678403F3}"/>
    <dgm:cxn modelId="{38617F3E-C59F-4D26-B7C0-515BA5F08C6A}" type="presOf" srcId="{48E510D7-A7A7-4318-A490-C7E41F0323DF}" destId="{523E2FA4-8BB6-48C6-BB2C-71A62534631A}" srcOrd="0" destOrd="0" presId="urn:microsoft.com/office/officeart/2011/layout/HexagonRadial"/>
    <dgm:cxn modelId="{EAC82E40-61DE-4BAD-BF27-459F7D804725}" type="presOf" srcId="{A39AF913-59B7-4E05-97DC-288D895C0C6A}" destId="{7D966BA6-C481-491B-9393-4A984EAFAE0D}" srcOrd="0" destOrd="0" presId="urn:microsoft.com/office/officeart/2011/layout/HexagonRadial"/>
    <dgm:cxn modelId="{71BAEA5C-A72A-4BCB-ADAA-5E723AA459D5}" srcId="{A39AF913-59B7-4E05-97DC-288D895C0C6A}" destId="{DA3E6E94-42AB-48E7-8C8E-BEFA5D4C470D}" srcOrd="4" destOrd="0" parTransId="{11E2258C-59CD-478B-9001-1F7D7853A9EB}" sibTransId="{87AED79D-9C47-43A8-9069-C38FB09F3D1F}"/>
    <dgm:cxn modelId="{3E270575-2123-4C07-B046-9614032156B8}" type="presOf" srcId="{D43F454F-3BDC-4BDE-AB3C-FF21BFD5F6E6}" destId="{9FDDFDE7-41BD-42D8-A108-18C6A4FD9D83}" srcOrd="0" destOrd="0" presId="urn:microsoft.com/office/officeart/2011/layout/HexagonRadial"/>
    <dgm:cxn modelId="{967B63A9-9007-4E4C-9CEB-F54CFD7212FB}" type="presOf" srcId="{DA3E6E94-42AB-48E7-8C8E-BEFA5D4C470D}" destId="{CA82DB84-ACD2-4BDB-80FB-5A33826251C5}" srcOrd="0" destOrd="0" presId="urn:microsoft.com/office/officeart/2011/layout/HexagonRadial"/>
    <dgm:cxn modelId="{FE2E93B2-AD0F-4078-BC23-61751505C5F7}" srcId="{A39AF913-59B7-4E05-97DC-288D895C0C6A}" destId="{48E510D7-A7A7-4318-A490-C7E41F0323DF}" srcOrd="2" destOrd="0" parTransId="{B2D8D0D5-B586-415D-9DE9-C391C45EE1B6}" sibTransId="{A1EDE332-778F-4779-9DFB-EFD3BAAE11D9}"/>
    <dgm:cxn modelId="{FD2F4DB5-A83E-4357-BBB3-66E6505571D0}" type="presOf" srcId="{FCA47589-3F84-49C2-90D0-BB01C6F10D26}" destId="{CD34566B-5FD3-49C9-9711-F7F5B489C2A6}" srcOrd="0" destOrd="0" presId="urn:microsoft.com/office/officeart/2011/layout/HexagonRadial"/>
    <dgm:cxn modelId="{A4EF05C6-7D07-4ABF-B610-5458636DE5B0}" type="presOf" srcId="{6F8EC871-E306-43D7-BB80-E8340CA7BD58}" destId="{46D645ED-2ECD-474E-A87A-32527C80AD26}" srcOrd="0" destOrd="0" presId="urn:microsoft.com/office/officeart/2011/layout/HexagonRadial"/>
    <dgm:cxn modelId="{72C056CA-0F84-4440-889A-3071C1D35E08}" srcId="{A39AF913-59B7-4E05-97DC-288D895C0C6A}" destId="{D43F454F-3BDC-4BDE-AB3C-FF21BFD5F6E6}" srcOrd="3" destOrd="0" parTransId="{3192C5A5-009D-4B01-9298-7D25ABA6C1CE}" sibTransId="{41ADFCCF-6A1C-40BE-86E8-B58D699BC9F4}"/>
    <dgm:cxn modelId="{A737F1D7-F635-437A-A974-E8699ACFF4ED}" type="presOf" srcId="{D650E066-73AB-4C7D-83FC-0DA66CFFB83D}" destId="{04E30A7F-92D8-462E-9DCF-F266F1E2B206}" srcOrd="0" destOrd="0" presId="urn:microsoft.com/office/officeart/2011/layout/HexagonRadial"/>
    <dgm:cxn modelId="{279626DF-EB75-43F6-9BEF-E2FE3EA0A035}" type="presOf" srcId="{41912027-6911-475A-AF06-E75C9038B0B6}" destId="{B3B1E4DB-F79E-4B62-A6A8-77B525D29B25}" srcOrd="0" destOrd="0" presId="urn:microsoft.com/office/officeart/2011/layout/HexagonRadial"/>
    <dgm:cxn modelId="{D6FA75EA-B340-4FD5-AB21-6F8AE1B94F4A}" srcId="{A39AF913-59B7-4E05-97DC-288D895C0C6A}" destId="{41912027-6911-475A-AF06-E75C9038B0B6}" srcOrd="1" destOrd="0" parTransId="{7F6A640A-0180-4CEC-B314-A3AB068B0FA7}" sibTransId="{B3AFFF76-1C60-4392-A982-0AB06863B0E0}"/>
    <dgm:cxn modelId="{A6A0C4F4-CC16-440B-B169-9FEE9CCD5BFE}" srcId="{FCA47589-3F84-49C2-90D0-BB01C6F10D26}" destId="{A39AF913-59B7-4E05-97DC-288D895C0C6A}" srcOrd="0" destOrd="0" parTransId="{C762DADC-50F7-4EA7-B297-9439F571805A}" sibTransId="{29D5AFC8-8F96-423C-8479-EF06D278C6EB}"/>
    <dgm:cxn modelId="{A7A117B9-5B97-47AC-B2E4-7B2B669AFBF3}" type="presParOf" srcId="{CD34566B-5FD3-49C9-9711-F7F5B489C2A6}" destId="{7D966BA6-C481-491B-9393-4A984EAFAE0D}" srcOrd="0" destOrd="0" presId="urn:microsoft.com/office/officeart/2011/layout/HexagonRadial"/>
    <dgm:cxn modelId="{346A02AA-B9A9-4A47-901E-026B85542C7A}" type="presParOf" srcId="{CD34566B-5FD3-49C9-9711-F7F5B489C2A6}" destId="{B7751326-854C-441C-8171-574BEF21B50C}" srcOrd="1" destOrd="0" presId="urn:microsoft.com/office/officeart/2011/layout/HexagonRadial"/>
    <dgm:cxn modelId="{69D09950-379A-4239-91DC-2E788D60535B}" type="presParOf" srcId="{B7751326-854C-441C-8171-574BEF21B50C}" destId="{6EFF4713-EDED-42A5-90DF-DF92D3A88520}" srcOrd="0" destOrd="0" presId="urn:microsoft.com/office/officeart/2011/layout/HexagonRadial"/>
    <dgm:cxn modelId="{1E5EED0F-26FF-43B3-A159-312B7DE553F3}" type="presParOf" srcId="{CD34566B-5FD3-49C9-9711-F7F5B489C2A6}" destId="{04E30A7F-92D8-462E-9DCF-F266F1E2B206}" srcOrd="2" destOrd="0" presId="urn:microsoft.com/office/officeart/2011/layout/HexagonRadial"/>
    <dgm:cxn modelId="{3780C361-8623-4F2D-9300-0FF2DD9D2A60}" type="presParOf" srcId="{CD34566B-5FD3-49C9-9711-F7F5B489C2A6}" destId="{12F561FD-2600-438B-8F53-928811F88DDC}" srcOrd="3" destOrd="0" presId="urn:microsoft.com/office/officeart/2011/layout/HexagonRadial"/>
    <dgm:cxn modelId="{D9A34BAE-91B0-4E61-AD5B-5274095E11E7}" type="presParOf" srcId="{12F561FD-2600-438B-8F53-928811F88DDC}" destId="{3D7BCDAA-12DC-4D5D-9212-FE5BCFC342F0}" srcOrd="0" destOrd="0" presId="urn:microsoft.com/office/officeart/2011/layout/HexagonRadial"/>
    <dgm:cxn modelId="{C79486F0-8916-42EF-9B34-FBE315F5032A}" type="presParOf" srcId="{CD34566B-5FD3-49C9-9711-F7F5B489C2A6}" destId="{B3B1E4DB-F79E-4B62-A6A8-77B525D29B25}" srcOrd="4" destOrd="0" presId="urn:microsoft.com/office/officeart/2011/layout/HexagonRadial"/>
    <dgm:cxn modelId="{EB9BD1DA-D824-4C21-95D6-1448EC52E8FD}" type="presParOf" srcId="{CD34566B-5FD3-49C9-9711-F7F5B489C2A6}" destId="{27EAF8E6-CB1D-4637-B5D5-0261A641B3DB}" srcOrd="5" destOrd="0" presId="urn:microsoft.com/office/officeart/2011/layout/HexagonRadial"/>
    <dgm:cxn modelId="{472C0767-E6DE-4F74-8F85-133FCFEC3316}" type="presParOf" srcId="{27EAF8E6-CB1D-4637-B5D5-0261A641B3DB}" destId="{CFDCC23C-CABE-477A-BAC4-894150AAC250}" srcOrd="0" destOrd="0" presId="urn:microsoft.com/office/officeart/2011/layout/HexagonRadial"/>
    <dgm:cxn modelId="{861C7411-3066-4DB8-85E4-35E5AC2106DA}" type="presParOf" srcId="{CD34566B-5FD3-49C9-9711-F7F5B489C2A6}" destId="{523E2FA4-8BB6-48C6-BB2C-71A62534631A}" srcOrd="6" destOrd="0" presId="urn:microsoft.com/office/officeart/2011/layout/HexagonRadial"/>
    <dgm:cxn modelId="{B36BA432-ADFD-41DB-AD8C-157315889567}" type="presParOf" srcId="{CD34566B-5FD3-49C9-9711-F7F5B489C2A6}" destId="{A1082077-6F65-4483-A0F8-93F1F2799574}" srcOrd="7" destOrd="0" presId="urn:microsoft.com/office/officeart/2011/layout/HexagonRadial"/>
    <dgm:cxn modelId="{ABC2DDCB-0BC5-4661-AC8C-A595E1335CC6}" type="presParOf" srcId="{A1082077-6F65-4483-A0F8-93F1F2799574}" destId="{4E97BF36-A001-4F19-B41F-F9EEA96853A2}" srcOrd="0" destOrd="0" presId="urn:microsoft.com/office/officeart/2011/layout/HexagonRadial"/>
    <dgm:cxn modelId="{510EAC39-C055-4CFB-85EC-0A0A8CEA2A95}" type="presParOf" srcId="{CD34566B-5FD3-49C9-9711-F7F5B489C2A6}" destId="{9FDDFDE7-41BD-42D8-A108-18C6A4FD9D83}" srcOrd="8" destOrd="0" presId="urn:microsoft.com/office/officeart/2011/layout/HexagonRadial"/>
    <dgm:cxn modelId="{24F90C8A-9954-4D2C-93C2-0CE5FA14617A}" type="presParOf" srcId="{CD34566B-5FD3-49C9-9711-F7F5B489C2A6}" destId="{259B7F0E-45A2-42CC-BD14-E7A09CFC69B8}" srcOrd="9" destOrd="0" presId="urn:microsoft.com/office/officeart/2011/layout/HexagonRadial"/>
    <dgm:cxn modelId="{70126301-222F-4A26-ABDB-63E23226CC53}" type="presParOf" srcId="{259B7F0E-45A2-42CC-BD14-E7A09CFC69B8}" destId="{CB6332B0-7B63-4B46-B2A2-1C04BE0A66F5}" srcOrd="0" destOrd="0" presId="urn:microsoft.com/office/officeart/2011/layout/HexagonRadial"/>
    <dgm:cxn modelId="{FC449F31-B40D-4B19-9392-4685127A5674}" type="presParOf" srcId="{CD34566B-5FD3-49C9-9711-F7F5B489C2A6}" destId="{CA82DB84-ACD2-4BDB-80FB-5A33826251C5}" srcOrd="10" destOrd="0" presId="urn:microsoft.com/office/officeart/2011/layout/HexagonRadial"/>
    <dgm:cxn modelId="{32B869D3-5294-42EE-AE2F-0A147E2E2EBA}" type="presParOf" srcId="{CD34566B-5FD3-49C9-9711-F7F5B489C2A6}" destId="{B17E6C51-2873-4803-A7A9-FCA5D3018A61}" srcOrd="11" destOrd="0" presId="urn:microsoft.com/office/officeart/2011/layout/HexagonRadial"/>
    <dgm:cxn modelId="{3715FD4F-E7DB-4720-9474-E40119441B62}" type="presParOf" srcId="{B17E6C51-2873-4803-A7A9-FCA5D3018A61}" destId="{60EED103-F895-41D5-A2E3-4C03B5C82E4E}" srcOrd="0" destOrd="0" presId="urn:microsoft.com/office/officeart/2011/layout/HexagonRadial"/>
    <dgm:cxn modelId="{D2A3DF5C-F650-4D94-9537-B1F731C09B59}" type="presParOf" srcId="{CD34566B-5FD3-49C9-9711-F7F5B489C2A6}" destId="{46D645ED-2ECD-474E-A87A-32527C80AD26}" srcOrd="12" destOrd="0" presId="urn:microsoft.com/office/officeart/2011/layout/HexagonRadi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3ACF33-DD6F-4736-B4F0-672EA9780429}" type="doc">
      <dgm:prSet loTypeId="urn:microsoft.com/office/officeart/2005/8/layout/pList2" loCatId="list" qsTypeId="urn:microsoft.com/office/officeart/2005/8/quickstyle/3d3" qsCatId="3D" csTypeId="urn:microsoft.com/office/officeart/2005/8/colors/accent1_2" csCatId="accent1" phldr="1"/>
      <dgm:spPr/>
    </dgm:pt>
    <dgm:pt modelId="{C6B4CA94-1BE3-41EE-8A6B-9C8ACA9B11EB}">
      <dgm:prSet phldrT="[Text]" custT="1"/>
      <dgm:spPr/>
      <dgm:t>
        <a:bodyPr/>
        <a:lstStyle/>
        <a:p>
          <a:r>
            <a:rPr lang="en-US" sz="1800" dirty="0"/>
            <a:t>Bladder Training</a:t>
          </a:r>
        </a:p>
        <a:p>
          <a:r>
            <a:rPr lang="en-US" sz="1800" dirty="0"/>
            <a:t>Double Voiding</a:t>
          </a:r>
        </a:p>
        <a:p>
          <a:r>
            <a:rPr lang="en-US" sz="1800" dirty="0"/>
            <a:t>Fluid and Diet Management</a:t>
          </a:r>
        </a:p>
        <a:p>
          <a:r>
            <a:rPr lang="en-US" sz="1800" dirty="0"/>
            <a:t>Pelvic Floor Muscle Exercise</a:t>
          </a:r>
        </a:p>
      </dgm:t>
    </dgm:pt>
    <dgm:pt modelId="{DAEA16E1-439E-465C-98D1-8954FDC5DEC7}" type="parTrans" cxnId="{B0C780DE-DF73-46E5-9E3A-6F3257256A41}">
      <dgm:prSet/>
      <dgm:spPr/>
      <dgm:t>
        <a:bodyPr/>
        <a:lstStyle/>
        <a:p>
          <a:endParaRPr lang="en-US"/>
        </a:p>
      </dgm:t>
    </dgm:pt>
    <dgm:pt modelId="{9241A450-76F4-4406-9FB2-F25394776F29}" type="sibTrans" cxnId="{B0C780DE-DF73-46E5-9E3A-6F3257256A41}">
      <dgm:prSet/>
      <dgm:spPr/>
      <dgm:t>
        <a:bodyPr/>
        <a:lstStyle/>
        <a:p>
          <a:endParaRPr lang="en-US"/>
        </a:p>
      </dgm:t>
    </dgm:pt>
    <dgm:pt modelId="{02BA567C-2582-41A7-B68D-C089EFC1EB5D}">
      <dgm:prSet phldrT="[Text]"/>
      <dgm:spPr/>
      <dgm:t>
        <a:bodyPr/>
        <a:lstStyle/>
        <a:p>
          <a:r>
            <a:rPr lang="en-US" b="0" i="0">
              <a:effectLst/>
              <a:latin typeface="+mn-lt"/>
            </a:rPr>
            <a:t>Electrodes are temporarily inserted into </a:t>
          </a:r>
          <a:r>
            <a:rPr lang="en-US">
              <a:latin typeface="+mn-lt"/>
            </a:rPr>
            <a:t>one’s</a:t>
          </a:r>
          <a:r>
            <a:rPr lang="en-US" b="0" i="0">
              <a:effectLst/>
              <a:latin typeface="+mn-lt"/>
            </a:rPr>
            <a:t> rectum or vagina to stimulate and strengthen pelvic floor muscles</a:t>
          </a:r>
          <a:endParaRPr lang="en-US" dirty="0">
            <a:latin typeface="+mn-lt"/>
          </a:endParaRPr>
        </a:p>
      </dgm:t>
    </dgm:pt>
    <dgm:pt modelId="{11990B43-45E1-4203-863D-9C90E9D1FDDD}" type="parTrans" cxnId="{5F20731E-D67D-466D-835E-D1683CF829A4}">
      <dgm:prSet/>
      <dgm:spPr/>
      <dgm:t>
        <a:bodyPr/>
        <a:lstStyle/>
        <a:p>
          <a:endParaRPr lang="en-US"/>
        </a:p>
      </dgm:t>
    </dgm:pt>
    <dgm:pt modelId="{48C2A828-F614-4842-91DA-7F75A9E49E30}" type="sibTrans" cxnId="{5F20731E-D67D-466D-835E-D1683CF829A4}">
      <dgm:prSet/>
      <dgm:spPr/>
      <dgm:t>
        <a:bodyPr/>
        <a:lstStyle/>
        <a:p>
          <a:endParaRPr lang="en-US"/>
        </a:p>
      </dgm:t>
    </dgm:pt>
    <dgm:pt modelId="{B2BBE7F1-F0F9-4721-A892-23677178B117}">
      <dgm:prSet phldrT="[Text]" custT="1"/>
      <dgm:spPr/>
      <dgm:t>
        <a:bodyPr/>
        <a:lstStyle/>
        <a:p>
          <a:r>
            <a:rPr lang="en-US" sz="2000" dirty="0"/>
            <a:t>Anticholinergics</a:t>
          </a:r>
        </a:p>
        <a:p>
          <a:r>
            <a:rPr lang="en-US" sz="2000" dirty="0"/>
            <a:t>Mirabegron</a:t>
          </a:r>
        </a:p>
        <a:p>
          <a:r>
            <a:rPr lang="en-US" sz="2000" dirty="0"/>
            <a:t>Alpha Blockers</a:t>
          </a:r>
        </a:p>
        <a:p>
          <a:r>
            <a:rPr lang="en-US" sz="2000" dirty="0"/>
            <a:t>Topical estrogens</a:t>
          </a:r>
        </a:p>
        <a:p>
          <a:endParaRPr lang="en-US" sz="1500" dirty="0"/>
        </a:p>
        <a:p>
          <a:endParaRPr lang="en-US" sz="1500" dirty="0"/>
        </a:p>
      </dgm:t>
    </dgm:pt>
    <dgm:pt modelId="{AC8671AB-4889-4CF9-BD10-B481DE09CD58}" type="sibTrans" cxnId="{30570BCA-E052-47B2-AFA3-DD890C6A4394}">
      <dgm:prSet/>
      <dgm:spPr/>
      <dgm:t>
        <a:bodyPr/>
        <a:lstStyle/>
        <a:p>
          <a:endParaRPr lang="en-US"/>
        </a:p>
      </dgm:t>
    </dgm:pt>
    <dgm:pt modelId="{A74853AB-CCD1-4BED-9BB4-DBA65A52ACF7}" type="parTrans" cxnId="{30570BCA-E052-47B2-AFA3-DD890C6A4394}">
      <dgm:prSet/>
      <dgm:spPr/>
      <dgm:t>
        <a:bodyPr/>
        <a:lstStyle/>
        <a:p>
          <a:endParaRPr lang="en-US"/>
        </a:p>
      </dgm:t>
    </dgm:pt>
    <dgm:pt modelId="{330FF897-73CD-426F-A748-F66792D1ED21}" type="pres">
      <dgm:prSet presAssocID="{0F3ACF33-DD6F-4736-B4F0-672EA9780429}" presName="Name0" presStyleCnt="0">
        <dgm:presLayoutVars>
          <dgm:dir/>
          <dgm:resizeHandles val="exact"/>
        </dgm:presLayoutVars>
      </dgm:prSet>
      <dgm:spPr/>
    </dgm:pt>
    <dgm:pt modelId="{292301DA-55AD-49D8-9712-9A68D50AEA3B}" type="pres">
      <dgm:prSet presAssocID="{0F3ACF33-DD6F-4736-B4F0-672EA9780429}" presName="bkgdShp" presStyleLbl="alignAccFollowNode1" presStyleIdx="0" presStyleCnt="1" custLinFactNeighborY="-771"/>
      <dgm:spPr/>
    </dgm:pt>
    <dgm:pt modelId="{7C2BCABE-02BD-4252-A6D7-A389FDCED6A5}" type="pres">
      <dgm:prSet presAssocID="{0F3ACF33-DD6F-4736-B4F0-672EA9780429}" presName="linComp" presStyleCnt="0"/>
      <dgm:spPr/>
    </dgm:pt>
    <dgm:pt modelId="{203A120E-DDF7-4A54-BB32-FE8E7205DF02}" type="pres">
      <dgm:prSet presAssocID="{C6B4CA94-1BE3-41EE-8A6B-9C8ACA9B11EB}" presName="compNode" presStyleCnt="0"/>
      <dgm:spPr/>
    </dgm:pt>
    <dgm:pt modelId="{02053A56-0329-48CC-8794-4FA0E2B845A6}" type="pres">
      <dgm:prSet presAssocID="{C6B4CA94-1BE3-41EE-8A6B-9C8ACA9B11EB}" presName="node" presStyleLbl="node1" presStyleIdx="0" presStyleCnt="3" custScaleX="106533" custLinFactNeighborX="121" custLinFactNeighborY="-1570">
        <dgm:presLayoutVars>
          <dgm:bulletEnabled val="1"/>
        </dgm:presLayoutVars>
      </dgm:prSet>
      <dgm:spPr/>
    </dgm:pt>
    <dgm:pt modelId="{8309D88C-DA47-41E5-B6F5-BFD35D7100DC}" type="pres">
      <dgm:prSet presAssocID="{C6B4CA94-1BE3-41EE-8A6B-9C8ACA9B11EB}" presName="invisiNode" presStyleLbl="node1" presStyleIdx="0" presStyleCnt="3"/>
      <dgm:spPr/>
    </dgm:pt>
    <dgm:pt modelId="{8B523631-0FE4-4901-8178-68FA3057A62D}" type="pres">
      <dgm:prSet presAssocID="{C6B4CA94-1BE3-41EE-8A6B-9C8ACA9B11EB}" presName="imagNode" presStyleLbl="fgImgPlace1" presStyleIdx="0" presStyleCnt="3" custScaleX="107940" custLinFactNeighborY="-315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</dgm:pt>
    <dgm:pt modelId="{C6DCEB23-83F3-42FF-ABAF-D9DFA194C9FE}" type="pres">
      <dgm:prSet presAssocID="{9241A450-76F4-4406-9FB2-F25394776F29}" presName="sibTrans" presStyleLbl="sibTrans2D1" presStyleIdx="0" presStyleCnt="0"/>
      <dgm:spPr/>
    </dgm:pt>
    <dgm:pt modelId="{BA1C94C5-AC43-426B-9143-80DEFF5C5433}" type="pres">
      <dgm:prSet presAssocID="{B2BBE7F1-F0F9-4721-A892-23677178B117}" presName="compNode" presStyleCnt="0"/>
      <dgm:spPr/>
    </dgm:pt>
    <dgm:pt modelId="{3EF51E85-2C39-4445-8562-EC4E0AD238D0}" type="pres">
      <dgm:prSet presAssocID="{B2BBE7F1-F0F9-4721-A892-23677178B117}" presName="node" presStyleLbl="node1" presStyleIdx="1" presStyleCnt="3" custScaleX="138946">
        <dgm:presLayoutVars>
          <dgm:bulletEnabled val="1"/>
        </dgm:presLayoutVars>
      </dgm:prSet>
      <dgm:spPr/>
    </dgm:pt>
    <dgm:pt modelId="{1461BDD3-3573-41FC-BEFB-C7B838AEF44F}" type="pres">
      <dgm:prSet presAssocID="{B2BBE7F1-F0F9-4721-A892-23677178B117}" presName="invisiNode" presStyleLbl="node1" presStyleIdx="1" presStyleCnt="3"/>
      <dgm:spPr/>
    </dgm:pt>
    <dgm:pt modelId="{952F665A-AEDC-4C6E-8F74-70C6A3AFC748}" type="pres">
      <dgm:prSet presAssocID="{B2BBE7F1-F0F9-4721-A892-23677178B117}" presName="imagNode" presStyleLbl="fgImgPlace1" presStyleIdx="1" presStyleCnt="3" custScaleX="121788" custLinFactNeighborX="-1653" custLinFactNeighborY="-2138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</dgm:pt>
    <dgm:pt modelId="{0AF47E84-14DE-42DE-9163-BC5562C830CB}" type="pres">
      <dgm:prSet presAssocID="{AC8671AB-4889-4CF9-BD10-B481DE09CD58}" presName="sibTrans" presStyleLbl="sibTrans2D1" presStyleIdx="0" presStyleCnt="0"/>
      <dgm:spPr/>
    </dgm:pt>
    <dgm:pt modelId="{A61685AD-7889-48A9-8F2F-77C6968F9E30}" type="pres">
      <dgm:prSet presAssocID="{02BA567C-2582-41A7-B68D-C089EFC1EB5D}" presName="compNode" presStyleCnt="0"/>
      <dgm:spPr/>
    </dgm:pt>
    <dgm:pt modelId="{0C699E80-A84F-48A5-848F-3E4CCE171821}" type="pres">
      <dgm:prSet presAssocID="{02BA567C-2582-41A7-B68D-C089EFC1EB5D}" presName="node" presStyleLbl="node1" presStyleIdx="2" presStyleCnt="3">
        <dgm:presLayoutVars>
          <dgm:bulletEnabled val="1"/>
        </dgm:presLayoutVars>
      </dgm:prSet>
      <dgm:spPr/>
    </dgm:pt>
    <dgm:pt modelId="{3FBD583B-2B66-4796-95D9-802472DD0659}" type="pres">
      <dgm:prSet presAssocID="{02BA567C-2582-41A7-B68D-C089EFC1EB5D}" presName="invisiNode" presStyleLbl="node1" presStyleIdx="2" presStyleCnt="3"/>
      <dgm:spPr/>
    </dgm:pt>
    <dgm:pt modelId="{2B964371-A2DC-4291-A96A-8302FCB7E665}" type="pres">
      <dgm:prSet presAssocID="{02BA567C-2582-41A7-B68D-C089EFC1EB5D}" presName="imagNode" presStyleLbl="fgImgPlace1" presStyleIdx="2" presStyleCnt="3" custScaleX="110554" custLinFactNeighborY="-315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</dgm:pt>
  </dgm:ptLst>
  <dgm:cxnLst>
    <dgm:cxn modelId="{81ECF01A-3523-4A38-8325-57CACDC08B01}" type="presOf" srcId="{0F3ACF33-DD6F-4736-B4F0-672EA9780429}" destId="{330FF897-73CD-426F-A748-F66792D1ED21}" srcOrd="0" destOrd="0" presId="urn:microsoft.com/office/officeart/2005/8/layout/pList2"/>
    <dgm:cxn modelId="{5F20731E-D67D-466D-835E-D1683CF829A4}" srcId="{0F3ACF33-DD6F-4736-B4F0-672EA9780429}" destId="{02BA567C-2582-41A7-B68D-C089EFC1EB5D}" srcOrd="2" destOrd="0" parTransId="{11990B43-45E1-4203-863D-9C90E9D1FDDD}" sibTransId="{48C2A828-F614-4842-91DA-7F75A9E49E30}"/>
    <dgm:cxn modelId="{51A80E4F-48D7-411B-B731-7E73172C79B8}" type="presOf" srcId="{02BA567C-2582-41A7-B68D-C089EFC1EB5D}" destId="{0C699E80-A84F-48A5-848F-3E4CCE171821}" srcOrd="0" destOrd="0" presId="urn:microsoft.com/office/officeart/2005/8/layout/pList2"/>
    <dgm:cxn modelId="{4265BD86-108E-4A22-8AE3-9D0B8A4D2B26}" type="presOf" srcId="{9241A450-76F4-4406-9FB2-F25394776F29}" destId="{C6DCEB23-83F3-42FF-ABAF-D9DFA194C9FE}" srcOrd="0" destOrd="0" presId="urn:microsoft.com/office/officeart/2005/8/layout/pList2"/>
    <dgm:cxn modelId="{D075E8A5-724A-43FE-9CF1-568254A2C6A2}" type="presOf" srcId="{AC8671AB-4889-4CF9-BD10-B481DE09CD58}" destId="{0AF47E84-14DE-42DE-9163-BC5562C830CB}" srcOrd="0" destOrd="0" presId="urn:microsoft.com/office/officeart/2005/8/layout/pList2"/>
    <dgm:cxn modelId="{3B304EC3-4296-43EC-BEC5-4A9F0560557C}" type="presOf" srcId="{C6B4CA94-1BE3-41EE-8A6B-9C8ACA9B11EB}" destId="{02053A56-0329-48CC-8794-4FA0E2B845A6}" srcOrd="0" destOrd="0" presId="urn:microsoft.com/office/officeart/2005/8/layout/pList2"/>
    <dgm:cxn modelId="{30570BCA-E052-47B2-AFA3-DD890C6A4394}" srcId="{0F3ACF33-DD6F-4736-B4F0-672EA9780429}" destId="{B2BBE7F1-F0F9-4721-A892-23677178B117}" srcOrd="1" destOrd="0" parTransId="{A74853AB-CCD1-4BED-9BB4-DBA65A52ACF7}" sibTransId="{AC8671AB-4889-4CF9-BD10-B481DE09CD58}"/>
    <dgm:cxn modelId="{B0C780DE-DF73-46E5-9E3A-6F3257256A41}" srcId="{0F3ACF33-DD6F-4736-B4F0-672EA9780429}" destId="{C6B4CA94-1BE3-41EE-8A6B-9C8ACA9B11EB}" srcOrd="0" destOrd="0" parTransId="{DAEA16E1-439E-465C-98D1-8954FDC5DEC7}" sibTransId="{9241A450-76F4-4406-9FB2-F25394776F29}"/>
    <dgm:cxn modelId="{915E7AFB-F1AB-42FB-B22D-458E4BF62CD6}" type="presOf" srcId="{B2BBE7F1-F0F9-4721-A892-23677178B117}" destId="{3EF51E85-2C39-4445-8562-EC4E0AD238D0}" srcOrd="0" destOrd="0" presId="urn:microsoft.com/office/officeart/2005/8/layout/pList2"/>
    <dgm:cxn modelId="{83D67994-0621-4D8F-A964-6256C57B4DD5}" type="presParOf" srcId="{330FF897-73CD-426F-A748-F66792D1ED21}" destId="{292301DA-55AD-49D8-9712-9A68D50AEA3B}" srcOrd="0" destOrd="0" presId="urn:microsoft.com/office/officeart/2005/8/layout/pList2"/>
    <dgm:cxn modelId="{DB0F207F-B070-4F04-810C-7A63ACFDC862}" type="presParOf" srcId="{330FF897-73CD-426F-A748-F66792D1ED21}" destId="{7C2BCABE-02BD-4252-A6D7-A389FDCED6A5}" srcOrd="1" destOrd="0" presId="urn:microsoft.com/office/officeart/2005/8/layout/pList2"/>
    <dgm:cxn modelId="{B8F870E4-5FDD-4C32-AC6F-925C5D1E79DE}" type="presParOf" srcId="{7C2BCABE-02BD-4252-A6D7-A389FDCED6A5}" destId="{203A120E-DDF7-4A54-BB32-FE8E7205DF02}" srcOrd="0" destOrd="0" presId="urn:microsoft.com/office/officeart/2005/8/layout/pList2"/>
    <dgm:cxn modelId="{146A82C6-D9E6-4E5E-AB34-8D2FF7FC4918}" type="presParOf" srcId="{203A120E-DDF7-4A54-BB32-FE8E7205DF02}" destId="{02053A56-0329-48CC-8794-4FA0E2B845A6}" srcOrd="0" destOrd="0" presId="urn:microsoft.com/office/officeart/2005/8/layout/pList2"/>
    <dgm:cxn modelId="{51C18057-E81D-4814-9B33-B68973AC681C}" type="presParOf" srcId="{203A120E-DDF7-4A54-BB32-FE8E7205DF02}" destId="{8309D88C-DA47-41E5-B6F5-BFD35D7100DC}" srcOrd="1" destOrd="0" presId="urn:microsoft.com/office/officeart/2005/8/layout/pList2"/>
    <dgm:cxn modelId="{CAC473E3-3A63-4521-AC2F-3F925899BA2F}" type="presParOf" srcId="{203A120E-DDF7-4A54-BB32-FE8E7205DF02}" destId="{8B523631-0FE4-4901-8178-68FA3057A62D}" srcOrd="2" destOrd="0" presId="urn:microsoft.com/office/officeart/2005/8/layout/pList2"/>
    <dgm:cxn modelId="{2B75F81F-2C4B-4D93-AD17-7F96ABE1BE38}" type="presParOf" srcId="{7C2BCABE-02BD-4252-A6D7-A389FDCED6A5}" destId="{C6DCEB23-83F3-42FF-ABAF-D9DFA194C9FE}" srcOrd="1" destOrd="0" presId="urn:microsoft.com/office/officeart/2005/8/layout/pList2"/>
    <dgm:cxn modelId="{AA667620-9AD8-4FD2-A219-E3FFB34072DB}" type="presParOf" srcId="{7C2BCABE-02BD-4252-A6D7-A389FDCED6A5}" destId="{BA1C94C5-AC43-426B-9143-80DEFF5C5433}" srcOrd="2" destOrd="0" presId="urn:microsoft.com/office/officeart/2005/8/layout/pList2"/>
    <dgm:cxn modelId="{78899AAF-B29C-4556-B887-500E2F1A306C}" type="presParOf" srcId="{BA1C94C5-AC43-426B-9143-80DEFF5C5433}" destId="{3EF51E85-2C39-4445-8562-EC4E0AD238D0}" srcOrd="0" destOrd="0" presId="urn:microsoft.com/office/officeart/2005/8/layout/pList2"/>
    <dgm:cxn modelId="{C294B905-9F3E-4643-8784-C17BDD736416}" type="presParOf" srcId="{BA1C94C5-AC43-426B-9143-80DEFF5C5433}" destId="{1461BDD3-3573-41FC-BEFB-C7B838AEF44F}" srcOrd="1" destOrd="0" presId="urn:microsoft.com/office/officeart/2005/8/layout/pList2"/>
    <dgm:cxn modelId="{EC6EF012-1982-4D5C-BD76-F785BCCEEA84}" type="presParOf" srcId="{BA1C94C5-AC43-426B-9143-80DEFF5C5433}" destId="{952F665A-AEDC-4C6E-8F74-70C6A3AFC748}" srcOrd="2" destOrd="0" presId="urn:microsoft.com/office/officeart/2005/8/layout/pList2"/>
    <dgm:cxn modelId="{9F54935E-5CC0-4F08-9023-53024CD8BBE6}" type="presParOf" srcId="{7C2BCABE-02BD-4252-A6D7-A389FDCED6A5}" destId="{0AF47E84-14DE-42DE-9163-BC5562C830CB}" srcOrd="3" destOrd="0" presId="urn:microsoft.com/office/officeart/2005/8/layout/pList2"/>
    <dgm:cxn modelId="{D1272589-8FF3-40D9-BD19-78EDBF3F48BA}" type="presParOf" srcId="{7C2BCABE-02BD-4252-A6D7-A389FDCED6A5}" destId="{A61685AD-7889-48A9-8F2F-77C6968F9E30}" srcOrd="4" destOrd="0" presId="urn:microsoft.com/office/officeart/2005/8/layout/pList2"/>
    <dgm:cxn modelId="{242740CF-9CD9-4386-B775-D1CF07B8122F}" type="presParOf" srcId="{A61685AD-7889-48A9-8F2F-77C6968F9E30}" destId="{0C699E80-A84F-48A5-848F-3E4CCE171821}" srcOrd="0" destOrd="0" presId="urn:microsoft.com/office/officeart/2005/8/layout/pList2"/>
    <dgm:cxn modelId="{25B717E3-16E2-4787-A33E-B60BF4A6800F}" type="presParOf" srcId="{A61685AD-7889-48A9-8F2F-77C6968F9E30}" destId="{3FBD583B-2B66-4796-95D9-802472DD0659}" srcOrd="1" destOrd="0" presId="urn:microsoft.com/office/officeart/2005/8/layout/pList2"/>
    <dgm:cxn modelId="{45E4E282-277B-454A-A9C4-896A0FAE0020}" type="presParOf" srcId="{A61685AD-7889-48A9-8F2F-77C6968F9E30}" destId="{2B964371-A2DC-4291-A96A-8302FCB7E665}" srcOrd="2" destOrd="0" presId="urn:microsoft.com/office/officeart/2005/8/layout/pList2"/>
  </dgm:cxnLst>
  <dgm:bg>
    <a:effectLst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2B56050-A690-4429-B3E5-9062B4E16BE2}" type="doc">
      <dgm:prSet loTypeId="urn:microsoft.com/office/officeart/2005/8/layout/pList2" loCatId="list" qsTypeId="urn:microsoft.com/office/officeart/2005/8/quickstyle/3d3" qsCatId="3D" csTypeId="urn:microsoft.com/office/officeart/2005/8/colors/accent1_2" csCatId="accent1" phldr="1"/>
      <dgm:spPr/>
    </dgm:pt>
    <dgm:pt modelId="{84BC0194-EBB5-40D0-BA3C-2A509A2C6AF1}">
      <dgm:prSet phldrT="[Text]"/>
      <dgm:spPr/>
      <dgm:t>
        <a:bodyPr/>
        <a:lstStyle/>
        <a:p>
          <a:r>
            <a:rPr lang="en-US" dirty="0"/>
            <a:t>Urethral Insert</a:t>
          </a:r>
        </a:p>
        <a:p>
          <a:r>
            <a:rPr lang="en-US" dirty="0"/>
            <a:t>Pessary</a:t>
          </a:r>
        </a:p>
      </dgm:t>
    </dgm:pt>
    <dgm:pt modelId="{321BFBFC-6F3C-4FBF-AF6C-162CA9541509}" type="parTrans" cxnId="{23B6FB71-955C-4E25-AB27-C7C22C678DBD}">
      <dgm:prSet/>
      <dgm:spPr/>
      <dgm:t>
        <a:bodyPr/>
        <a:lstStyle/>
        <a:p>
          <a:endParaRPr lang="en-US"/>
        </a:p>
      </dgm:t>
    </dgm:pt>
    <dgm:pt modelId="{C2C8087B-4EEF-4CC0-89AF-36CF2C648D35}" type="sibTrans" cxnId="{23B6FB71-955C-4E25-AB27-C7C22C678DBD}">
      <dgm:prSet/>
      <dgm:spPr/>
      <dgm:t>
        <a:bodyPr/>
        <a:lstStyle/>
        <a:p>
          <a:endParaRPr lang="en-US"/>
        </a:p>
      </dgm:t>
    </dgm:pt>
    <dgm:pt modelId="{5068AA4D-2690-4FF3-A6B5-FAE2910E9BFB}">
      <dgm:prSet phldrT="[Text]" custT="1"/>
      <dgm:spPr/>
      <dgm:t>
        <a:bodyPr/>
        <a:lstStyle/>
        <a:p>
          <a:r>
            <a:rPr lang="en-US" sz="2000" dirty="0"/>
            <a:t>Bulking material injections</a:t>
          </a:r>
        </a:p>
        <a:p>
          <a:r>
            <a:rPr lang="en-US" sz="2000" dirty="0"/>
            <a:t>Botox</a:t>
          </a:r>
        </a:p>
        <a:p>
          <a:r>
            <a:rPr lang="en-US" sz="2000" dirty="0"/>
            <a:t>Nerve Stimulators</a:t>
          </a:r>
        </a:p>
      </dgm:t>
    </dgm:pt>
    <dgm:pt modelId="{BD2E5A97-1F1F-4266-AAEB-6E8A61FDC417}" type="parTrans" cxnId="{48C09579-4F80-444F-B592-9B677ABB2247}">
      <dgm:prSet/>
      <dgm:spPr/>
      <dgm:t>
        <a:bodyPr/>
        <a:lstStyle/>
        <a:p>
          <a:endParaRPr lang="en-US"/>
        </a:p>
      </dgm:t>
    </dgm:pt>
    <dgm:pt modelId="{67C43AC4-F78C-4E11-842F-61C24F58D128}" type="sibTrans" cxnId="{48C09579-4F80-444F-B592-9B677ABB2247}">
      <dgm:prSet/>
      <dgm:spPr/>
      <dgm:t>
        <a:bodyPr/>
        <a:lstStyle/>
        <a:p>
          <a:endParaRPr lang="en-US"/>
        </a:p>
      </dgm:t>
    </dgm:pt>
    <dgm:pt modelId="{5EBC8B8F-1DA6-42D7-89C5-5C3487F98691}">
      <dgm:prSet phldrT="[Text]" custT="1"/>
      <dgm:spPr/>
      <dgm:t>
        <a:bodyPr/>
        <a:lstStyle/>
        <a:p>
          <a:r>
            <a:rPr lang="en-US" sz="1800" dirty="0"/>
            <a:t>Sling Procedures</a:t>
          </a:r>
        </a:p>
        <a:p>
          <a:r>
            <a:rPr lang="en-US" sz="1800" dirty="0"/>
            <a:t>Bladder neck suspension</a:t>
          </a:r>
        </a:p>
        <a:p>
          <a:r>
            <a:rPr lang="en-US" sz="1800" dirty="0"/>
            <a:t>Prolapse Surgery</a:t>
          </a:r>
        </a:p>
        <a:p>
          <a:r>
            <a:rPr lang="en-US" sz="1800" dirty="0"/>
            <a:t>Artificial Urinary Sphincter</a:t>
          </a:r>
        </a:p>
        <a:p>
          <a:endParaRPr lang="en-US" sz="1500" dirty="0"/>
        </a:p>
        <a:p>
          <a:r>
            <a:rPr lang="en-US" sz="1500" dirty="0"/>
            <a:t>	</a:t>
          </a:r>
        </a:p>
      </dgm:t>
    </dgm:pt>
    <dgm:pt modelId="{B9057D73-2C9D-4776-99F3-B8370B6EDFB4}" type="parTrans" cxnId="{F6925F25-A8D1-4C96-8B44-488487FA7559}">
      <dgm:prSet/>
      <dgm:spPr/>
      <dgm:t>
        <a:bodyPr/>
        <a:lstStyle/>
        <a:p>
          <a:endParaRPr lang="en-US"/>
        </a:p>
      </dgm:t>
    </dgm:pt>
    <dgm:pt modelId="{BC91C377-A25E-4EA7-B543-150162E1A23D}" type="sibTrans" cxnId="{F6925F25-A8D1-4C96-8B44-488487FA7559}">
      <dgm:prSet/>
      <dgm:spPr/>
      <dgm:t>
        <a:bodyPr/>
        <a:lstStyle/>
        <a:p>
          <a:endParaRPr lang="en-US"/>
        </a:p>
      </dgm:t>
    </dgm:pt>
    <dgm:pt modelId="{3628D27B-0B79-4CF0-ADD9-AE5FBB045A00}" type="pres">
      <dgm:prSet presAssocID="{22B56050-A690-4429-B3E5-9062B4E16BE2}" presName="Name0" presStyleCnt="0">
        <dgm:presLayoutVars>
          <dgm:dir/>
          <dgm:resizeHandles val="exact"/>
        </dgm:presLayoutVars>
      </dgm:prSet>
      <dgm:spPr/>
    </dgm:pt>
    <dgm:pt modelId="{607212BA-9F3C-42C3-9937-9F90C72CD81D}" type="pres">
      <dgm:prSet presAssocID="{22B56050-A690-4429-B3E5-9062B4E16BE2}" presName="bkgdShp" presStyleLbl="alignAccFollowNode1" presStyleIdx="0" presStyleCnt="1" custLinFactNeighborX="2188" custLinFactNeighborY="-11194"/>
      <dgm:spPr/>
    </dgm:pt>
    <dgm:pt modelId="{6FD08DEA-5EEF-4462-9DC0-CD1791787777}" type="pres">
      <dgm:prSet presAssocID="{22B56050-A690-4429-B3E5-9062B4E16BE2}" presName="linComp" presStyleCnt="0"/>
      <dgm:spPr/>
    </dgm:pt>
    <dgm:pt modelId="{79ABE34F-B2E9-47CE-BA6A-9CD027FD986B}" type="pres">
      <dgm:prSet presAssocID="{84BC0194-EBB5-40D0-BA3C-2A509A2C6AF1}" presName="compNode" presStyleCnt="0"/>
      <dgm:spPr/>
    </dgm:pt>
    <dgm:pt modelId="{B79EFFE0-9607-43A1-A722-69E564009AA7}" type="pres">
      <dgm:prSet presAssocID="{84BC0194-EBB5-40D0-BA3C-2A509A2C6AF1}" presName="node" presStyleLbl="node1" presStyleIdx="0" presStyleCnt="3" custScaleX="85685">
        <dgm:presLayoutVars>
          <dgm:bulletEnabled val="1"/>
        </dgm:presLayoutVars>
      </dgm:prSet>
      <dgm:spPr/>
    </dgm:pt>
    <dgm:pt modelId="{C4832EAC-9683-415B-8551-A825C037B391}" type="pres">
      <dgm:prSet presAssocID="{84BC0194-EBB5-40D0-BA3C-2A509A2C6AF1}" presName="invisiNode" presStyleLbl="node1" presStyleIdx="0" presStyleCnt="3"/>
      <dgm:spPr/>
    </dgm:pt>
    <dgm:pt modelId="{403E0DBB-6040-4009-AD4D-F1DFB49CC76D}" type="pres">
      <dgm:prSet presAssocID="{84BC0194-EBB5-40D0-BA3C-2A509A2C6AF1}" presName="imagNode" presStyleLbl="fgImgPlace1" presStyleIdx="0" presStyleCnt="3" custScaleX="99786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</dgm:pt>
    <dgm:pt modelId="{9E728EB6-57BA-43C1-A6D3-A1BB2B8F29FD}" type="pres">
      <dgm:prSet presAssocID="{C2C8087B-4EEF-4CC0-89AF-36CF2C648D35}" presName="sibTrans" presStyleLbl="sibTrans2D1" presStyleIdx="0" presStyleCnt="0"/>
      <dgm:spPr/>
    </dgm:pt>
    <dgm:pt modelId="{EE8D3568-3F05-42D8-B6D7-66BC872F9B01}" type="pres">
      <dgm:prSet presAssocID="{5068AA4D-2690-4FF3-A6B5-FAE2910E9BFB}" presName="compNode" presStyleCnt="0"/>
      <dgm:spPr/>
    </dgm:pt>
    <dgm:pt modelId="{944A6EFA-A876-4023-A031-5C7D4BF117D5}" type="pres">
      <dgm:prSet presAssocID="{5068AA4D-2690-4FF3-A6B5-FAE2910E9BFB}" presName="node" presStyleLbl="node1" presStyleIdx="1" presStyleCnt="3" custScaleX="111944">
        <dgm:presLayoutVars>
          <dgm:bulletEnabled val="1"/>
        </dgm:presLayoutVars>
      </dgm:prSet>
      <dgm:spPr/>
    </dgm:pt>
    <dgm:pt modelId="{E6018CF4-A207-48A6-BA90-EB9D8435FE81}" type="pres">
      <dgm:prSet presAssocID="{5068AA4D-2690-4FF3-A6B5-FAE2910E9BFB}" presName="invisiNode" presStyleLbl="node1" presStyleIdx="1" presStyleCnt="3"/>
      <dgm:spPr/>
    </dgm:pt>
    <dgm:pt modelId="{9EBA563E-2EB6-4BE8-9F25-46AFBE2BA784}" type="pres">
      <dgm:prSet presAssocID="{5068AA4D-2690-4FF3-A6B5-FAE2910E9BFB}" presName="imagNode" presStyleLbl="fgImgPlace1" presStyleIdx="1" presStyleCnt="3" custScaleX="145155" custLinFactNeighborY="-3155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</dgm:pt>
    <dgm:pt modelId="{D7057093-D13C-4431-B9AE-2DFFA7A2A99B}" type="pres">
      <dgm:prSet presAssocID="{67C43AC4-F78C-4E11-842F-61C24F58D128}" presName="sibTrans" presStyleLbl="sibTrans2D1" presStyleIdx="0" presStyleCnt="0"/>
      <dgm:spPr/>
    </dgm:pt>
    <dgm:pt modelId="{F16DB0FE-56B2-4833-8DD8-DEA0022A243E}" type="pres">
      <dgm:prSet presAssocID="{5EBC8B8F-1DA6-42D7-89C5-5C3487F98691}" presName="compNode" presStyleCnt="0"/>
      <dgm:spPr/>
    </dgm:pt>
    <dgm:pt modelId="{E10ADFB0-4A8F-4ABB-90E6-C15E4ABAA5DD}" type="pres">
      <dgm:prSet presAssocID="{5EBC8B8F-1DA6-42D7-89C5-5C3487F98691}" presName="node" presStyleLbl="node1" presStyleIdx="2" presStyleCnt="3" custScaleX="115277">
        <dgm:presLayoutVars>
          <dgm:bulletEnabled val="1"/>
        </dgm:presLayoutVars>
      </dgm:prSet>
      <dgm:spPr/>
    </dgm:pt>
    <dgm:pt modelId="{A132F055-464A-498B-BF30-54DDE19D92EA}" type="pres">
      <dgm:prSet presAssocID="{5EBC8B8F-1DA6-42D7-89C5-5C3487F98691}" presName="invisiNode" presStyleLbl="node1" presStyleIdx="2" presStyleCnt="3"/>
      <dgm:spPr/>
    </dgm:pt>
    <dgm:pt modelId="{0E38E772-128E-4F6A-BD35-4EE6F7CBCEAC}" type="pres">
      <dgm:prSet presAssocID="{5EBC8B8F-1DA6-42D7-89C5-5C3487F98691}" presName="imagNode" presStyleLbl="fgImgPlace1" presStyleIdx="2" presStyleCnt="3" custScaleX="98309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dgm:style>
      </dgm:prSet>
      <dgm:spPr>
        <a:solidFill>
          <a:schemeClr val="accent1"/>
        </a:solidFill>
        <a:ln>
          <a:noFill/>
        </a:ln>
      </dgm:spPr>
    </dgm:pt>
  </dgm:ptLst>
  <dgm:cxnLst>
    <dgm:cxn modelId="{A2ED3E0B-CAAB-4325-8EC0-9A2CCD0923D2}" type="presOf" srcId="{5EBC8B8F-1DA6-42D7-89C5-5C3487F98691}" destId="{E10ADFB0-4A8F-4ABB-90E6-C15E4ABAA5DD}" srcOrd="0" destOrd="0" presId="urn:microsoft.com/office/officeart/2005/8/layout/pList2"/>
    <dgm:cxn modelId="{F6925F25-A8D1-4C96-8B44-488487FA7559}" srcId="{22B56050-A690-4429-B3E5-9062B4E16BE2}" destId="{5EBC8B8F-1DA6-42D7-89C5-5C3487F98691}" srcOrd="2" destOrd="0" parTransId="{B9057D73-2C9D-4776-99F3-B8370B6EDFB4}" sibTransId="{BC91C377-A25E-4EA7-B543-150162E1A23D}"/>
    <dgm:cxn modelId="{7E2C9941-CF66-4D8C-AE17-6CC42CCE8AE7}" type="presOf" srcId="{5068AA4D-2690-4FF3-A6B5-FAE2910E9BFB}" destId="{944A6EFA-A876-4023-A031-5C7D4BF117D5}" srcOrd="0" destOrd="0" presId="urn:microsoft.com/office/officeart/2005/8/layout/pList2"/>
    <dgm:cxn modelId="{23B6FB71-955C-4E25-AB27-C7C22C678DBD}" srcId="{22B56050-A690-4429-B3E5-9062B4E16BE2}" destId="{84BC0194-EBB5-40D0-BA3C-2A509A2C6AF1}" srcOrd="0" destOrd="0" parTransId="{321BFBFC-6F3C-4FBF-AF6C-162CA9541509}" sibTransId="{C2C8087B-4EEF-4CC0-89AF-36CF2C648D35}"/>
    <dgm:cxn modelId="{48C09579-4F80-444F-B592-9B677ABB2247}" srcId="{22B56050-A690-4429-B3E5-9062B4E16BE2}" destId="{5068AA4D-2690-4FF3-A6B5-FAE2910E9BFB}" srcOrd="1" destOrd="0" parTransId="{BD2E5A97-1F1F-4266-AAEB-6E8A61FDC417}" sibTransId="{67C43AC4-F78C-4E11-842F-61C24F58D128}"/>
    <dgm:cxn modelId="{BB43A099-D4D3-44BF-B4C6-27D4670D8DA4}" type="presOf" srcId="{22B56050-A690-4429-B3E5-9062B4E16BE2}" destId="{3628D27B-0B79-4CF0-ADD9-AE5FBB045A00}" srcOrd="0" destOrd="0" presId="urn:microsoft.com/office/officeart/2005/8/layout/pList2"/>
    <dgm:cxn modelId="{E03BD099-656C-4960-A742-96450D4D1877}" type="presOf" srcId="{84BC0194-EBB5-40D0-BA3C-2A509A2C6AF1}" destId="{B79EFFE0-9607-43A1-A722-69E564009AA7}" srcOrd="0" destOrd="0" presId="urn:microsoft.com/office/officeart/2005/8/layout/pList2"/>
    <dgm:cxn modelId="{F4CC339E-05D2-47A0-970E-DE0581691570}" type="presOf" srcId="{67C43AC4-F78C-4E11-842F-61C24F58D128}" destId="{D7057093-D13C-4431-B9AE-2DFFA7A2A99B}" srcOrd="0" destOrd="0" presId="urn:microsoft.com/office/officeart/2005/8/layout/pList2"/>
    <dgm:cxn modelId="{3AE987E9-E1DF-4388-A472-8EFA51ECE670}" type="presOf" srcId="{C2C8087B-4EEF-4CC0-89AF-36CF2C648D35}" destId="{9E728EB6-57BA-43C1-A6D3-A1BB2B8F29FD}" srcOrd="0" destOrd="0" presId="urn:microsoft.com/office/officeart/2005/8/layout/pList2"/>
    <dgm:cxn modelId="{65E7F957-562F-40FF-BE71-7171D7DE9A60}" type="presParOf" srcId="{3628D27B-0B79-4CF0-ADD9-AE5FBB045A00}" destId="{607212BA-9F3C-42C3-9937-9F90C72CD81D}" srcOrd="0" destOrd="0" presId="urn:microsoft.com/office/officeart/2005/8/layout/pList2"/>
    <dgm:cxn modelId="{324F6474-3258-45E8-A840-C602F6A14112}" type="presParOf" srcId="{3628D27B-0B79-4CF0-ADD9-AE5FBB045A00}" destId="{6FD08DEA-5EEF-4462-9DC0-CD1791787777}" srcOrd="1" destOrd="0" presId="urn:microsoft.com/office/officeart/2005/8/layout/pList2"/>
    <dgm:cxn modelId="{38CB63FF-3E34-474E-B255-7020BA8F351E}" type="presParOf" srcId="{6FD08DEA-5EEF-4462-9DC0-CD1791787777}" destId="{79ABE34F-B2E9-47CE-BA6A-9CD027FD986B}" srcOrd="0" destOrd="0" presId="urn:microsoft.com/office/officeart/2005/8/layout/pList2"/>
    <dgm:cxn modelId="{AE437CA6-36CA-4913-BC47-C820F4672C13}" type="presParOf" srcId="{79ABE34F-B2E9-47CE-BA6A-9CD027FD986B}" destId="{B79EFFE0-9607-43A1-A722-69E564009AA7}" srcOrd="0" destOrd="0" presId="urn:microsoft.com/office/officeart/2005/8/layout/pList2"/>
    <dgm:cxn modelId="{C9F7831C-1149-4F65-8817-7725489622D9}" type="presParOf" srcId="{79ABE34F-B2E9-47CE-BA6A-9CD027FD986B}" destId="{C4832EAC-9683-415B-8551-A825C037B391}" srcOrd="1" destOrd="0" presId="urn:microsoft.com/office/officeart/2005/8/layout/pList2"/>
    <dgm:cxn modelId="{CBE91A01-68C1-44A8-BD4A-3B7CFAD6B9F0}" type="presParOf" srcId="{79ABE34F-B2E9-47CE-BA6A-9CD027FD986B}" destId="{403E0DBB-6040-4009-AD4D-F1DFB49CC76D}" srcOrd="2" destOrd="0" presId="urn:microsoft.com/office/officeart/2005/8/layout/pList2"/>
    <dgm:cxn modelId="{09CC5E90-D856-40E9-990E-A5EC8BC1428C}" type="presParOf" srcId="{6FD08DEA-5EEF-4462-9DC0-CD1791787777}" destId="{9E728EB6-57BA-43C1-A6D3-A1BB2B8F29FD}" srcOrd="1" destOrd="0" presId="urn:microsoft.com/office/officeart/2005/8/layout/pList2"/>
    <dgm:cxn modelId="{EE966BA6-88EC-4442-B231-19BA8DA77687}" type="presParOf" srcId="{6FD08DEA-5EEF-4462-9DC0-CD1791787777}" destId="{EE8D3568-3F05-42D8-B6D7-66BC872F9B01}" srcOrd="2" destOrd="0" presId="urn:microsoft.com/office/officeart/2005/8/layout/pList2"/>
    <dgm:cxn modelId="{2F69931E-5575-41D4-AB10-313A1EF9F714}" type="presParOf" srcId="{EE8D3568-3F05-42D8-B6D7-66BC872F9B01}" destId="{944A6EFA-A876-4023-A031-5C7D4BF117D5}" srcOrd="0" destOrd="0" presId="urn:microsoft.com/office/officeart/2005/8/layout/pList2"/>
    <dgm:cxn modelId="{A53B9B37-0908-4E3B-BA5F-F7330545ED83}" type="presParOf" srcId="{EE8D3568-3F05-42D8-B6D7-66BC872F9B01}" destId="{E6018CF4-A207-48A6-BA90-EB9D8435FE81}" srcOrd="1" destOrd="0" presId="urn:microsoft.com/office/officeart/2005/8/layout/pList2"/>
    <dgm:cxn modelId="{8F95F06E-EEFA-4579-81F2-B1E91D44E555}" type="presParOf" srcId="{EE8D3568-3F05-42D8-B6D7-66BC872F9B01}" destId="{9EBA563E-2EB6-4BE8-9F25-46AFBE2BA784}" srcOrd="2" destOrd="0" presId="urn:microsoft.com/office/officeart/2005/8/layout/pList2"/>
    <dgm:cxn modelId="{67D0C3CA-1226-4F5F-99B5-7680F19864DC}" type="presParOf" srcId="{6FD08DEA-5EEF-4462-9DC0-CD1791787777}" destId="{D7057093-D13C-4431-B9AE-2DFFA7A2A99B}" srcOrd="3" destOrd="0" presId="urn:microsoft.com/office/officeart/2005/8/layout/pList2"/>
    <dgm:cxn modelId="{23FC8999-C0B4-4030-A79D-306D41526D2B}" type="presParOf" srcId="{6FD08DEA-5EEF-4462-9DC0-CD1791787777}" destId="{F16DB0FE-56B2-4833-8DD8-DEA0022A243E}" srcOrd="4" destOrd="0" presId="urn:microsoft.com/office/officeart/2005/8/layout/pList2"/>
    <dgm:cxn modelId="{B9B8C6C7-8FFD-4FF2-87E5-3416CE4460A2}" type="presParOf" srcId="{F16DB0FE-56B2-4833-8DD8-DEA0022A243E}" destId="{E10ADFB0-4A8F-4ABB-90E6-C15E4ABAA5DD}" srcOrd="0" destOrd="0" presId="urn:microsoft.com/office/officeart/2005/8/layout/pList2"/>
    <dgm:cxn modelId="{50E6587B-6745-4FDC-98CB-79A87D914143}" type="presParOf" srcId="{F16DB0FE-56B2-4833-8DD8-DEA0022A243E}" destId="{A132F055-464A-498B-BF30-54DDE19D92EA}" srcOrd="1" destOrd="0" presId="urn:microsoft.com/office/officeart/2005/8/layout/pList2"/>
    <dgm:cxn modelId="{6EFA798C-11DF-481B-BF7B-4161B59F564E}" type="presParOf" srcId="{F16DB0FE-56B2-4833-8DD8-DEA0022A243E}" destId="{0E38E772-128E-4F6A-BD35-4EE6F7CBCEAC}" srcOrd="2" destOrd="0" presId="urn:microsoft.com/office/officeart/2005/8/layout/p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67603D9-F9AB-4232-8788-A7DF5EC0FD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9C267F4-62CB-44D3-8810-C17AF5C0E3B7}">
      <dgm:prSet/>
      <dgm:spPr/>
      <dgm:t>
        <a:bodyPr/>
        <a:lstStyle/>
        <a:p>
          <a:r>
            <a:rPr lang="en-US" dirty="0">
              <a:latin typeface="Century Schoolbook" panose="02040604050505020304" pitchFamily="18" charset="0"/>
            </a:rPr>
            <a:t>DryDoc™</a:t>
          </a:r>
          <a:r>
            <a:rPr lang="en-US" dirty="0"/>
            <a:t> Vacuum Station :</a:t>
          </a:r>
        </a:p>
      </dgm:t>
    </dgm:pt>
    <dgm:pt modelId="{C5644AB4-42A9-494B-BB25-F1144FC05746}" type="parTrans" cxnId="{0C9FCDEE-4B6A-46D3-A2AA-A0C8767053FB}">
      <dgm:prSet/>
      <dgm:spPr/>
      <dgm:t>
        <a:bodyPr/>
        <a:lstStyle/>
        <a:p>
          <a:endParaRPr lang="en-US"/>
        </a:p>
      </dgm:t>
    </dgm:pt>
    <dgm:pt modelId="{7DA06553-A9B8-412D-9DB6-C9A8732A3484}" type="sibTrans" cxnId="{0C9FCDEE-4B6A-46D3-A2AA-A0C8767053FB}">
      <dgm:prSet/>
      <dgm:spPr/>
      <dgm:t>
        <a:bodyPr/>
        <a:lstStyle/>
        <a:p>
          <a:endParaRPr lang="en-US"/>
        </a:p>
      </dgm:t>
    </dgm:pt>
    <dgm:pt modelId="{5DD7C81D-3BE1-4B17-B254-8AD145E21499}">
      <dgm:prSet/>
      <dgm:spPr/>
      <dgm:t>
        <a:bodyPr/>
        <a:lstStyle/>
        <a:p>
          <a:r>
            <a:rPr lang="en-US" dirty="0">
              <a:latin typeface="Century Schoolbook" panose="02040604050505020304" pitchFamily="18" charset="0"/>
            </a:rPr>
            <a:t>It is a vacuum station, used for creating a suction pull.</a:t>
          </a:r>
        </a:p>
      </dgm:t>
    </dgm:pt>
    <dgm:pt modelId="{1F5AB280-8598-4352-843C-106136E794C8}" type="parTrans" cxnId="{9118BC91-A0F1-4EC1-9B7A-B6082A557DF0}">
      <dgm:prSet/>
      <dgm:spPr/>
      <dgm:t>
        <a:bodyPr/>
        <a:lstStyle/>
        <a:p>
          <a:endParaRPr lang="en-US"/>
        </a:p>
      </dgm:t>
    </dgm:pt>
    <dgm:pt modelId="{706DC2E1-DC70-4CDF-97FB-75B48A7A1EC2}" type="sibTrans" cxnId="{9118BC91-A0F1-4EC1-9B7A-B6082A557DF0}">
      <dgm:prSet/>
      <dgm:spPr/>
      <dgm:t>
        <a:bodyPr/>
        <a:lstStyle/>
        <a:p>
          <a:endParaRPr lang="en-US"/>
        </a:p>
      </dgm:t>
    </dgm:pt>
    <dgm:pt modelId="{7E65A3EA-9ACA-40A6-A91D-86D59360922F}">
      <dgm:prSet/>
      <dgm:spPr/>
      <dgm:t>
        <a:bodyPr/>
        <a:lstStyle/>
        <a:p>
          <a:r>
            <a:rPr lang="en-US" dirty="0">
              <a:latin typeface="Century Schoolbook" panose="02040604050505020304" pitchFamily="18" charset="0"/>
            </a:rPr>
            <a:t>Due to the suction created, the urine flows from the </a:t>
          </a:r>
          <a:r>
            <a:rPr lang="en-US" b="0" i="0" u="none" strike="noStrike" baseline="0" dirty="0">
              <a:latin typeface="Century Schoolbook" panose="02040604050505020304" pitchFamily="18" charset="0"/>
            </a:rPr>
            <a:t>PureWick™</a:t>
          </a:r>
          <a:r>
            <a:rPr lang="en-US" dirty="0">
              <a:latin typeface="Century Schoolbook" panose="02040604050505020304" pitchFamily="18" charset="0"/>
            </a:rPr>
            <a:t> Female External Catheter to the Collection Canister.</a:t>
          </a:r>
        </a:p>
      </dgm:t>
    </dgm:pt>
    <dgm:pt modelId="{94939D80-6B12-4DF1-A2FE-C466910FF034}" type="parTrans" cxnId="{2BB67379-4CC7-40D6-9B51-0796EBE1913F}">
      <dgm:prSet/>
      <dgm:spPr/>
      <dgm:t>
        <a:bodyPr/>
        <a:lstStyle/>
        <a:p>
          <a:endParaRPr lang="en-US"/>
        </a:p>
      </dgm:t>
    </dgm:pt>
    <dgm:pt modelId="{B6D46B05-CDA3-4F37-A0F2-9F82172C70C3}" type="sibTrans" cxnId="{2BB67379-4CC7-40D6-9B51-0796EBE1913F}">
      <dgm:prSet/>
      <dgm:spPr/>
      <dgm:t>
        <a:bodyPr/>
        <a:lstStyle/>
        <a:p>
          <a:endParaRPr lang="en-US"/>
        </a:p>
      </dgm:t>
    </dgm:pt>
    <dgm:pt modelId="{90346569-BC3E-428C-AF9E-B0F42C2E321B}">
      <dgm:prSet/>
      <dgm:spPr/>
      <dgm:t>
        <a:bodyPr/>
        <a:lstStyle/>
        <a:p>
          <a:r>
            <a:rPr lang="en-US" dirty="0">
              <a:latin typeface="Century Schoolbook" panose="02040604050505020304" pitchFamily="18" charset="0"/>
            </a:rPr>
            <a:t>It has mechanical, electrical and pneumatic architecture, combinedly working as </a:t>
          </a:r>
          <a:r>
            <a:rPr lang="en-US">
              <a:latin typeface="Century Schoolbook" panose="02040604050505020304" pitchFamily="18" charset="0"/>
            </a:rPr>
            <a:t>a system</a:t>
          </a:r>
          <a:endParaRPr lang="en-US" dirty="0">
            <a:latin typeface="Century Schoolbook" panose="02040604050505020304" pitchFamily="18" charset="0"/>
          </a:endParaRPr>
        </a:p>
      </dgm:t>
    </dgm:pt>
    <dgm:pt modelId="{89B60529-3333-40AA-A721-58D2A8F17BDF}" type="parTrans" cxnId="{9D70690A-9906-4865-BE2D-D7D094054AFF}">
      <dgm:prSet/>
      <dgm:spPr/>
      <dgm:t>
        <a:bodyPr/>
        <a:lstStyle/>
        <a:p>
          <a:endParaRPr lang="en-US"/>
        </a:p>
      </dgm:t>
    </dgm:pt>
    <dgm:pt modelId="{4FF931FA-C41F-417A-89C7-F9D1B7CD73FD}" type="sibTrans" cxnId="{9D70690A-9906-4865-BE2D-D7D094054AFF}">
      <dgm:prSet/>
      <dgm:spPr/>
      <dgm:t>
        <a:bodyPr/>
        <a:lstStyle/>
        <a:p>
          <a:endParaRPr lang="en-US"/>
        </a:p>
      </dgm:t>
    </dgm:pt>
    <dgm:pt modelId="{7E0FBE5C-91A2-47F9-8DF7-B56034DEA17A}">
      <dgm:prSet/>
      <dgm:spPr/>
      <dgm:t>
        <a:bodyPr/>
        <a:lstStyle/>
        <a:p>
          <a:r>
            <a:rPr lang="en-US" dirty="0">
              <a:latin typeface="Century Schoolbook" panose="02040604050505020304" pitchFamily="18" charset="0"/>
            </a:rPr>
            <a:t>The DryDoc™ Vacuum Station functions when the switch illuminates and the pump makes a soft humming sound.</a:t>
          </a:r>
        </a:p>
      </dgm:t>
    </dgm:pt>
    <dgm:pt modelId="{59D154BA-0D2D-45FD-9404-0928B759ECF8}" type="parTrans" cxnId="{D6D2B30B-BBB9-49C0-A900-2B6882E258A3}">
      <dgm:prSet/>
      <dgm:spPr/>
      <dgm:t>
        <a:bodyPr/>
        <a:lstStyle/>
        <a:p>
          <a:endParaRPr lang="en-US"/>
        </a:p>
      </dgm:t>
    </dgm:pt>
    <dgm:pt modelId="{6C9C3397-B68C-4792-B585-86DAB4506A6B}" type="sibTrans" cxnId="{D6D2B30B-BBB9-49C0-A900-2B6882E258A3}">
      <dgm:prSet/>
      <dgm:spPr/>
      <dgm:t>
        <a:bodyPr/>
        <a:lstStyle/>
        <a:p>
          <a:endParaRPr lang="en-US"/>
        </a:p>
      </dgm:t>
    </dgm:pt>
    <dgm:pt modelId="{5BD2FBC3-F18C-45B9-BB83-F0A105E8C043}" type="pres">
      <dgm:prSet presAssocID="{367603D9-F9AB-4232-8788-A7DF5EC0FDEF}" presName="linear" presStyleCnt="0">
        <dgm:presLayoutVars>
          <dgm:animLvl val="lvl"/>
          <dgm:resizeHandles val="exact"/>
        </dgm:presLayoutVars>
      </dgm:prSet>
      <dgm:spPr/>
    </dgm:pt>
    <dgm:pt modelId="{EE34413D-0655-4A34-9B90-7D85439B7388}" type="pres">
      <dgm:prSet presAssocID="{89C267F4-62CB-44D3-8810-C17AF5C0E3B7}" presName="parentText" presStyleLbl="node1" presStyleIdx="0" presStyleCnt="1" custLinFactNeighborX="661" custLinFactNeighborY="-8619">
        <dgm:presLayoutVars>
          <dgm:chMax val="0"/>
          <dgm:bulletEnabled val="1"/>
        </dgm:presLayoutVars>
      </dgm:prSet>
      <dgm:spPr/>
    </dgm:pt>
    <dgm:pt modelId="{8259734A-B156-4274-918D-49E4AEF57216}" type="pres">
      <dgm:prSet presAssocID="{89C267F4-62CB-44D3-8810-C17AF5C0E3B7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D70690A-9906-4865-BE2D-D7D094054AFF}" srcId="{89C267F4-62CB-44D3-8810-C17AF5C0E3B7}" destId="{90346569-BC3E-428C-AF9E-B0F42C2E321B}" srcOrd="2" destOrd="0" parTransId="{89B60529-3333-40AA-A721-58D2A8F17BDF}" sibTransId="{4FF931FA-C41F-417A-89C7-F9D1B7CD73FD}"/>
    <dgm:cxn modelId="{D6D2B30B-BBB9-49C0-A900-2B6882E258A3}" srcId="{89C267F4-62CB-44D3-8810-C17AF5C0E3B7}" destId="{7E0FBE5C-91A2-47F9-8DF7-B56034DEA17A}" srcOrd="3" destOrd="0" parTransId="{59D154BA-0D2D-45FD-9404-0928B759ECF8}" sibTransId="{6C9C3397-B68C-4792-B585-86DAB4506A6B}"/>
    <dgm:cxn modelId="{576F0625-40CC-4244-B22C-0A1E9ED2CF57}" type="presOf" srcId="{7E65A3EA-9ACA-40A6-A91D-86D59360922F}" destId="{8259734A-B156-4274-918D-49E4AEF57216}" srcOrd="0" destOrd="1" presId="urn:microsoft.com/office/officeart/2005/8/layout/vList2"/>
    <dgm:cxn modelId="{BDABCE6A-D8ED-4F32-A875-CF2DD3AD94A0}" type="presOf" srcId="{89C267F4-62CB-44D3-8810-C17AF5C0E3B7}" destId="{EE34413D-0655-4A34-9B90-7D85439B7388}" srcOrd="0" destOrd="0" presId="urn:microsoft.com/office/officeart/2005/8/layout/vList2"/>
    <dgm:cxn modelId="{2BB67379-4CC7-40D6-9B51-0796EBE1913F}" srcId="{89C267F4-62CB-44D3-8810-C17AF5C0E3B7}" destId="{7E65A3EA-9ACA-40A6-A91D-86D59360922F}" srcOrd="1" destOrd="0" parTransId="{94939D80-6B12-4DF1-A2FE-C466910FF034}" sibTransId="{B6D46B05-CDA3-4F37-A0F2-9F82172C70C3}"/>
    <dgm:cxn modelId="{6B08E683-8FCF-4A15-B5F1-1292A30E3845}" type="presOf" srcId="{7E0FBE5C-91A2-47F9-8DF7-B56034DEA17A}" destId="{8259734A-B156-4274-918D-49E4AEF57216}" srcOrd="0" destOrd="3" presId="urn:microsoft.com/office/officeart/2005/8/layout/vList2"/>
    <dgm:cxn modelId="{9118BC91-A0F1-4EC1-9B7A-B6082A557DF0}" srcId="{89C267F4-62CB-44D3-8810-C17AF5C0E3B7}" destId="{5DD7C81D-3BE1-4B17-B254-8AD145E21499}" srcOrd="0" destOrd="0" parTransId="{1F5AB280-8598-4352-843C-106136E794C8}" sibTransId="{706DC2E1-DC70-4CDF-97FB-75B48A7A1EC2}"/>
    <dgm:cxn modelId="{D31F3A97-0CA2-48F1-8EB9-150C58E68388}" type="presOf" srcId="{5DD7C81D-3BE1-4B17-B254-8AD145E21499}" destId="{8259734A-B156-4274-918D-49E4AEF57216}" srcOrd="0" destOrd="0" presId="urn:microsoft.com/office/officeart/2005/8/layout/vList2"/>
    <dgm:cxn modelId="{A63D28BF-E525-42E1-9609-2B8DCBA6D3CD}" type="presOf" srcId="{367603D9-F9AB-4232-8788-A7DF5EC0FDEF}" destId="{5BD2FBC3-F18C-45B9-BB83-F0A105E8C043}" srcOrd="0" destOrd="0" presId="urn:microsoft.com/office/officeart/2005/8/layout/vList2"/>
    <dgm:cxn modelId="{3A53FBC9-3E1B-4A91-BAB0-EEF558F66D0A}" type="presOf" srcId="{90346569-BC3E-428C-AF9E-B0F42C2E321B}" destId="{8259734A-B156-4274-918D-49E4AEF57216}" srcOrd="0" destOrd="2" presId="urn:microsoft.com/office/officeart/2005/8/layout/vList2"/>
    <dgm:cxn modelId="{0C9FCDEE-4B6A-46D3-A2AA-A0C8767053FB}" srcId="{367603D9-F9AB-4232-8788-A7DF5EC0FDEF}" destId="{89C267F4-62CB-44D3-8810-C17AF5C0E3B7}" srcOrd="0" destOrd="0" parTransId="{C5644AB4-42A9-494B-BB25-F1144FC05746}" sibTransId="{7DA06553-A9B8-412D-9DB6-C9A8732A3484}"/>
    <dgm:cxn modelId="{74E06027-0CA2-4DA4-90FB-FD185F501E71}" type="presParOf" srcId="{5BD2FBC3-F18C-45B9-BB83-F0A105E8C043}" destId="{EE34413D-0655-4A34-9B90-7D85439B7388}" srcOrd="0" destOrd="0" presId="urn:microsoft.com/office/officeart/2005/8/layout/vList2"/>
    <dgm:cxn modelId="{328159C6-2359-4D5E-9CC9-B715A5EADCB3}" type="presParOf" srcId="{5BD2FBC3-F18C-45B9-BB83-F0A105E8C043}" destId="{8259734A-B156-4274-918D-49E4AEF57216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1FC8F1-F2A8-4190-8BAE-31AC3290E1A1}">
      <dsp:nvSpPr>
        <dsp:cNvPr id="0" name=""/>
        <dsp:cNvSpPr/>
      </dsp:nvSpPr>
      <dsp:spPr>
        <a:xfrm>
          <a:off x="0" y="0"/>
          <a:ext cx="824011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FD45E1-4763-44BD-BFDF-4C359AC9B5F6}">
      <dsp:nvSpPr>
        <dsp:cNvPr id="0" name=""/>
        <dsp:cNvSpPr/>
      </dsp:nvSpPr>
      <dsp:spPr>
        <a:xfrm>
          <a:off x="0" y="0"/>
          <a:ext cx="8240110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latin typeface="Century Schoolbook" panose="02040604050505020304" pitchFamily="18" charset="0"/>
            </a:rPr>
            <a:t>Urinary incontinence is the involuntary leakage of urine. It means a person urinates when they do not want to. Control over the urinary sphincter is either lost or weakened.</a:t>
          </a:r>
          <a:endParaRPr lang="en-US" sz="3200" kern="1200" dirty="0">
            <a:latin typeface="Century Schoolbook" panose="02040604050505020304" pitchFamily="18" charset="0"/>
          </a:endParaRPr>
        </a:p>
      </dsp:txBody>
      <dsp:txXfrm>
        <a:off x="0" y="0"/>
        <a:ext cx="8240110" cy="2552700"/>
      </dsp:txXfrm>
    </dsp:sp>
    <dsp:sp modelId="{506EC126-4A34-4184-9483-93C6D4A4C465}">
      <dsp:nvSpPr>
        <dsp:cNvPr id="0" name=""/>
        <dsp:cNvSpPr/>
      </dsp:nvSpPr>
      <dsp:spPr>
        <a:xfrm>
          <a:off x="0" y="2552700"/>
          <a:ext cx="8240110" cy="0"/>
        </a:xfrm>
        <a:prstGeom prst="line">
          <a:avLst/>
        </a:prstGeom>
        <a:solidFill>
          <a:schemeClr val="accent2">
            <a:hueOff val="9920359"/>
            <a:satOff val="-17185"/>
            <a:lumOff val="-3726"/>
            <a:alphaOff val="0"/>
          </a:schemeClr>
        </a:solidFill>
        <a:ln w="25400" cap="flat" cmpd="sng" algn="ctr">
          <a:solidFill>
            <a:schemeClr val="accent2">
              <a:hueOff val="9920359"/>
              <a:satOff val="-17185"/>
              <a:lumOff val="-372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265726-18F0-4082-B900-85455C18CD5E}">
      <dsp:nvSpPr>
        <dsp:cNvPr id="0" name=""/>
        <dsp:cNvSpPr/>
      </dsp:nvSpPr>
      <dsp:spPr>
        <a:xfrm>
          <a:off x="0" y="2552700"/>
          <a:ext cx="8240110" cy="25527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dirty="0">
              <a:latin typeface="Century Schoolbook" panose="02040604050505020304" pitchFamily="18" charset="0"/>
            </a:rPr>
            <a:t>Urinary incontinence is more common among women than men. An estimated </a:t>
          </a:r>
          <a:r>
            <a:rPr lang="en-US" sz="3200" b="1" kern="1200" dirty="0">
              <a:latin typeface="Century Schoolbook" panose="02040604050505020304" pitchFamily="18" charset="0"/>
            </a:rPr>
            <a:t>30 percent</a:t>
          </a:r>
          <a:r>
            <a:rPr lang="en-US" sz="3200" b="0" i="0" kern="1200" dirty="0">
              <a:latin typeface="Century Schoolbook" panose="02040604050505020304" pitchFamily="18" charset="0"/>
            </a:rPr>
            <a:t> of females aged 30-60 are thought to suffer from it, compared to 1.5-5 percent of men.</a:t>
          </a:r>
          <a:endParaRPr lang="en-US" sz="3200" kern="1200" dirty="0">
            <a:latin typeface="Century Schoolbook" panose="02040604050505020304" pitchFamily="18" charset="0"/>
          </a:endParaRPr>
        </a:p>
      </dsp:txBody>
      <dsp:txXfrm>
        <a:off x="0" y="2552700"/>
        <a:ext cx="8240110" cy="25527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9EBF06-4859-423F-B098-38B4948BA0E8}">
      <dsp:nvSpPr>
        <dsp:cNvPr id="0" name=""/>
        <dsp:cNvSpPr/>
      </dsp:nvSpPr>
      <dsp:spPr>
        <a:xfrm rot="5400000">
          <a:off x="6113334" y="-2629241"/>
          <a:ext cx="632333" cy="6051295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latin typeface="Century Schoolbook" panose="02040604050505020304" pitchFamily="18" charset="0"/>
            </a:rPr>
            <a:t>Urine leaks out while coughing, laughing, or doing some activity, such as running or jumping.</a:t>
          </a:r>
          <a:endParaRPr lang="en-US" sz="1700" kern="1200" dirty="0"/>
        </a:p>
      </dsp:txBody>
      <dsp:txXfrm rot="-5400000">
        <a:off x="3403853" y="111108"/>
        <a:ext cx="6020427" cy="570597"/>
      </dsp:txXfrm>
    </dsp:sp>
    <dsp:sp modelId="{B9A869DB-A560-42C1-A12D-5D45D8705FAF}">
      <dsp:nvSpPr>
        <dsp:cNvPr id="0" name=""/>
        <dsp:cNvSpPr/>
      </dsp:nvSpPr>
      <dsp:spPr>
        <a:xfrm>
          <a:off x="0" y="1197"/>
          <a:ext cx="3403853" cy="790416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Stress</a:t>
          </a:r>
        </a:p>
      </dsp:txBody>
      <dsp:txXfrm>
        <a:off x="38585" y="39782"/>
        <a:ext cx="3326683" cy="713246"/>
      </dsp:txXfrm>
    </dsp:sp>
    <dsp:sp modelId="{904E8FF4-351E-4EB3-8823-D371FD5A3D50}">
      <dsp:nvSpPr>
        <dsp:cNvPr id="0" name=""/>
        <dsp:cNvSpPr/>
      </dsp:nvSpPr>
      <dsp:spPr>
        <a:xfrm rot="5400000">
          <a:off x="6113334" y="-1799304"/>
          <a:ext cx="632333" cy="6051295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latin typeface="Century Schoolbook" panose="02040604050505020304" pitchFamily="18" charset="0"/>
            </a:rPr>
            <a:t>There is a sudden and intense urge to urinate, and urine leaks at the same time or just after.</a:t>
          </a:r>
          <a:endParaRPr lang="en-US" sz="1700" kern="1200" dirty="0"/>
        </a:p>
      </dsp:txBody>
      <dsp:txXfrm rot="-5400000">
        <a:off x="3403853" y="941045"/>
        <a:ext cx="6020427" cy="570597"/>
      </dsp:txXfrm>
    </dsp:sp>
    <dsp:sp modelId="{33F7FB87-DBA0-4A3C-B8D7-24525C32C819}">
      <dsp:nvSpPr>
        <dsp:cNvPr id="0" name=""/>
        <dsp:cNvSpPr/>
      </dsp:nvSpPr>
      <dsp:spPr>
        <a:xfrm>
          <a:off x="0" y="831135"/>
          <a:ext cx="3403853" cy="790416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Urge</a:t>
          </a:r>
        </a:p>
      </dsp:txBody>
      <dsp:txXfrm>
        <a:off x="38585" y="869720"/>
        <a:ext cx="3326683" cy="713246"/>
      </dsp:txXfrm>
    </dsp:sp>
    <dsp:sp modelId="{34EFB20D-BFAD-4680-9A6E-B2EA36594568}">
      <dsp:nvSpPr>
        <dsp:cNvPr id="0" name=""/>
        <dsp:cNvSpPr/>
      </dsp:nvSpPr>
      <dsp:spPr>
        <a:xfrm rot="5400000">
          <a:off x="6113334" y="-969366"/>
          <a:ext cx="632333" cy="6051295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4770" tIns="32385" rIns="64770" bIns="32385" numCol="1" spcCol="1270" anchor="ctr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b="0" i="0" kern="1200" dirty="0">
              <a:latin typeface="Century Schoolbook" panose="02040604050505020304" pitchFamily="18" charset="0"/>
            </a:rPr>
            <a:t>The inability to empty the bladder completely can result in leaking.</a:t>
          </a:r>
          <a:endParaRPr lang="en-US" sz="1700" kern="1200" dirty="0"/>
        </a:p>
      </dsp:txBody>
      <dsp:txXfrm rot="-5400000">
        <a:off x="3403853" y="1770983"/>
        <a:ext cx="6020427" cy="570597"/>
      </dsp:txXfrm>
    </dsp:sp>
    <dsp:sp modelId="{53CED52A-A058-4E90-94FB-BDA749C9A794}">
      <dsp:nvSpPr>
        <dsp:cNvPr id="0" name=""/>
        <dsp:cNvSpPr/>
      </dsp:nvSpPr>
      <dsp:spPr>
        <a:xfrm>
          <a:off x="0" y="1661072"/>
          <a:ext cx="3403853" cy="790416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76200" rIns="152400" bIns="762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Overflow</a:t>
          </a:r>
        </a:p>
      </dsp:txBody>
      <dsp:txXfrm>
        <a:off x="38585" y="1699657"/>
        <a:ext cx="3326683" cy="713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FF8ADA7-D080-4685-B084-39E58B1AE1AE}">
      <dsp:nvSpPr>
        <dsp:cNvPr id="0" name=""/>
        <dsp:cNvSpPr/>
      </dsp:nvSpPr>
      <dsp:spPr>
        <a:xfrm rot="5400000">
          <a:off x="6177091" y="-2673669"/>
          <a:ext cx="595498" cy="6093967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The bladder cannot store urine.</a:t>
          </a:r>
          <a:endParaRPr lang="en-US" sz="1600" kern="1200" dirty="0"/>
        </a:p>
      </dsp:txBody>
      <dsp:txXfrm rot="-5400000">
        <a:off x="3427857" y="104635"/>
        <a:ext cx="6064897" cy="537358"/>
      </dsp:txXfrm>
    </dsp:sp>
    <dsp:sp modelId="{22FE0C18-21DA-4C64-8782-51240D586C32}">
      <dsp:nvSpPr>
        <dsp:cNvPr id="0" name=""/>
        <dsp:cNvSpPr/>
      </dsp:nvSpPr>
      <dsp:spPr>
        <a:xfrm>
          <a:off x="0" y="1127"/>
          <a:ext cx="3427856" cy="744372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Total</a:t>
          </a:r>
        </a:p>
      </dsp:txBody>
      <dsp:txXfrm>
        <a:off x="36337" y="37464"/>
        <a:ext cx="3355182" cy="671698"/>
      </dsp:txXfrm>
    </dsp:sp>
    <dsp:sp modelId="{920B2490-CE1F-42A5-8400-9E324B1FBAF2}">
      <dsp:nvSpPr>
        <dsp:cNvPr id="0" name=""/>
        <dsp:cNvSpPr/>
      </dsp:nvSpPr>
      <dsp:spPr>
        <a:xfrm rot="5400000">
          <a:off x="6177091" y="-1892078"/>
          <a:ext cx="595498" cy="6093967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Urine escapes because a person cannot reach the bathroom in time, possibly due to a mobility issue.</a:t>
          </a:r>
          <a:endParaRPr lang="en-US" sz="1600" kern="1200" dirty="0"/>
        </a:p>
      </dsp:txBody>
      <dsp:txXfrm rot="-5400000">
        <a:off x="3427857" y="886226"/>
        <a:ext cx="6064897" cy="537358"/>
      </dsp:txXfrm>
    </dsp:sp>
    <dsp:sp modelId="{A539D68A-0EA1-4DAB-B407-0FC265E94BA2}">
      <dsp:nvSpPr>
        <dsp:cNvPr id="0" name=""/>
        <dsp:cNvSpPr/>
      </dsp:nvSpPr>
      <dsp:spPr>
        <a:xfrm>
          <a:off x="0" y="782719"/>
          <a:ext cx="3427856" cy="744372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Functional</a:t>
          </a:r>
        </a:p>
      </dsp:txBody>
      <dsp:txXfrm>
        <a:off x="36337" y="819056"/>
        <a:ext cx="3355182" cy="671698"/>
      </dsp:txXfrm>
    </dsp:sp>
    <dsp:sp modelId="{115CCC16-F676-4B77-A3C5-1D32054388D6}">
      <dsp:nvSpPr>
        <dsp:cNvPr id="0" name=""/>
        <dsp:cNvSpPr/>
      </dsp:nvSpPr>
      <dsp:spPr>
        <a:xfrm rot="5400000">
          <a:off x="6177091" y="-1110486"/>
          <a:ext cx="595498" cy="6093967"/>
        </a:xfrm>
        <a:prstGeom prst="round2SameRect">
          <a:avLst/>
        </a:prstGeom>
        <a:gradFill rotWithShape="1">
          <a:gsLst>
            <a:gs pos="0">
              <a:schemeClr val="dk1">
                <a:tint val="50000"/>
                <a:satMod val="300000"/>
              </a:schemeClr>
            </a:gs>
            <a:gs pos="35000">
              <a:schemeClr val="dk1">
                <a:tint val="37000"/>
                <a:satMod val="300000"/>
              </a:schemeClr>
            </a:gs>
            <a:gs pos="100000">
              <a:schemeClr val="dk1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dk1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A combination of types.</a:t>
          </a:r>
          <a:endParaRPr lang="en-US" sz="1600" kern="1200" dirty="0"/>
        </a:p>
      </dsp:txBody>
      <dsp:txXfrm rot="-5400000">
        <a:off x="3427857" y="1667818"/>
        <a:ext cx="6064897" cy="537358"/>
      </dsp:txXfrm>
    </dsp:sp>
    <dsp:sp modelId="{D06E1300-7B9C-422F-BBCC-130BD7D31B3C}">
      <dsp:nvSpPr>
        <dsp:cNvPr id="0" name=""/>
        <dsp:cNvSpPr/>
      </dsp:nvSpPr>
      <dsp:spPr>
        <a:xfrm>
          <a:off x="0" y="1564310"/>
          <a:ext cx="3427856" cy="744372"/>
        </a:xfrm>
        <a:prstGeom prst="roundRect">
          <a:avLst/>
        </a:prstGeom>
        <a:gradFill flip="none" rotWithShape="1">
          <a:gsLst>
            <a:gs pos="0">
              <a:schemeClr val="accent1">
                <a:lumMod val="67000"/>
              </a:schemeClr>
            </a:gs>
            <a:gs pos="48000">
              <a:schemeClr val="accent1">
                <a:lumMod val="97000"/>
                <a:lumOff val="3000"/>
              </a:schemeClr>
            </a:gs>
            <a:gs pos="100000">
              <a:schemeClr val="accent1">
                <a:lumMod val="60000"/>
                <a:lumOff val="40000"/>
              </a:schemeClr>
            </a:gs>
          </a:gsLst>
          <a:lin ang="16200000" scaled="1"/>
          <a:tileRect/>
        </a:gra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70485" rIns="140970" bIns="70485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Mixed</a:t>
          </a:r>
        </a:p>
      </dsp:txBody>
      <dsp:txXfrm>
        <a:off x="36337" y="1600647"/>
        <a:ext cx="3355182" cy="6716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B0448F-F591-46B6-9256-1A234B4B8CD4}">
      <dsp:nvSpPr>
        <dsp:cNvPr id="0" name=""/>
        <dsp:cNvSpPr/>
      </dsp:nvSpPr>
      <dsp:spPr>
        <a:xfrm>
          <a:off x="2245" y="394207"/>
          <a:ext cx="2189670" cy="87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Stress Incontinence</a:t>
          </a:r>
        </a:p>
      </dsp:txBody>
      <dsp:txXfrm>
        <a:off x="2245" y="394207"/>
        <a:ext cx="2189670" cy="875868"/>
      </dsp:txXfrm>
    </dsp:sp>
    <dsp:sp modelId="{80B8B2BC-B154-463E-8456-E7CCEB93AE1D}">
      <dsp:nvSpPr>
        <dsp:cNvPr id="0" name=""/>
        <dsp:cNvSpPr/>
      </dsp:nvSpPr>
      <dsp:spPr>
        <a:xfrm>
          <a:off x="2245" y="1270075"/>
          <a:ext cx="218967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 </a:t>
          </a:r>
          <a:r>
            <a:rPr lang="en-US" sz="1600" b="0" i="0" kern="1200" dirty="0">
              <a:latin typeface="Century Schoolbook" panose="02040604050505020304" pitchFamily="18" charset="0"/>
            </a:rPr>
            <a:t>pregnancy and childbirth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entury Schoolbook" panose="02040604050505020304" pitchFamily="18" charset="0"/>
            </a:rPr>
            <a:t>menopause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hysterectomy and some other surgical procedures</a:t>
          </a:r>
          <a:endParaRPr lang="en-US" sz="1600" kern="1200" dirty="0">
            <a:latin typeface="Century Schoolbook" panose="020406040505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Age</a:t>
          </a:r>
          <a:endParaRPr lang="en-US" sz="1600" kern="1200" dirty="0">
            <a:latin typeface="Century Schoolbook" panose="020406040505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Obesity</a:t>
          </a:r>
          <a:endParaRPr lang="en-US" sz="1600" kern="1200" dirty="0">
            <a:latin typeface="Century Schoolbook" panose="02040604050505020304" pitchFamily="18" charset="0"/>
          </a:endParaRPr>
        </a:p>
      </dsp:txBody>
      <dsp:txXfrm>
        <a:off x="2245" y="1270075"/>
        <a:ext cx="2189670" cy="2854800"/>
      </dsp:txXfrm>
    </dsp:sp>
    <dsp:sp modelId="{203E9263-B2DB-412F-B3F8-03F5DBB7325F}">
      <dsp:nvSpPr>
        <dsp:cNvPr id="0" name=""/>
        <dsp:cNvSpPr/>
      </dsp:nvSpPr>
      <dsp:spPr>
        <a:xfrm>
          <a:off x="2498470" y="394207"/>
          <a:ext cx="2189670" cy="87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Urge Incontinence</a:t>
          </a:r>
        </a:p>
      </dsp:txBody>
      <dsp:txXfrm>
        <a:off x="2498470" y="394207"/>
        <a:ext cx="2189670" cy="875868"/>
      </dsp:txXfrm>
    </dsp:sp>
    <dsp:sp modelId="{D857D015-08D6-4378-A2CC-5B79707EC9EE}">
      <dsp:nvSpPr>
        <dsp:cNvPr id="0" name=""/>
        <dsp:cNvSpPr/>
      </dsp:nvSpPr>
      <dsp:spPr>
        <a:xfrm>
          <a:off x="2498470" y="1270075"/>
          <a:ext cx="218967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entury Schoolbook" panose="02040604050505020304" pitchFamily="18" charset="0"/>
            </a:rPr>
            <a:t>cystitis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neurological conditions</a:t>
          </a:r>
          <a:endParaRPr lang="en-US" sz="1600" kern="1200" dirty="0">
            <a:latin typeface="Century Schoolbook" panose="020406040505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entury Schoolbook" panose="02040604050505020304" pitchFamily="18" charset="0"/>
            </a:rPr>
            <a:t>Sclerosis, stroke</a:t>
          </a:r>
          <a:r>
            <a:rPr lang="en-US" sz="1600" b="0" i="0" kern="1200" dirty="0">
              <a:latin typeface="Century Schoolbook" panose="02040604050505020304" pitchFamily="18" charset="0"/>
            </a:rPr>
            <a:t>, and </a:t>
          </a:r>
          <a:r>
            <a:rPr lang="en-US" sz="1600" kern="1200" dirty="0">
              <a:latin typeface="Century Schoolbook" panose="02040604050505020304" pitchFamily="18" charset="0"/>
            </a:rPr>
            <a:t>Parkinson’s disease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enlarged prostate</a:t>
          </a:r>
          <a:endParaRPr lang="en-US" sz="1600" kern="1200" dirty="0">
            <a:latin typeface="Century Schoolbook" panose="02040604050505020304" pitchFamily="18" charset="0"/>
          </a:endParaRPr>
        </a:p>
      </dsp:txBody>
      <dsp:txXfrm>
        <a:off x="2498470" y="1270075"/>
        <a:ext cx="2189670" cy="2854800"/>
      </dsp:txXfrm>
    </dsp:sp>
    <dsp:sp modelId="{48423C63-D4D5-4D70-B504-920A9F3F2961}">
      <dsp:nvSpPr>
        <dsp:cNvPr id="0" name=""/>
        <dsp:cNvSpPr/>
      </dsp:nvSpPr>
      <dsp:spPr>
        <a:xfrm>
          <a:off x="4994694" y="394207"/>
          <a:ext cx="2189670" cy="87586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Overflow Incontinence </a:t>
          </a:r>
        </a:p>
      </dsp:txBody>
      <dsp:txXfrm>
        <a:off x="4994694" y="394207"/>
        <a:ext cx="2189670" cy="875868"/>
      </dsp:txXfrm>
    </dsp:sp>
    <dsp:sp modelId="{9C5332EF-F0B3-41F9-94F6-2826F7CC674F}">
      <dsp:nvSpPr>
        <dsp:cNvPr id="0" name=""/>
        <dsp:cNvSpPr/>
      </dsp:nvSpPr>
      <dsp:spPr>
        <a:xfrm>
          <a:off x="4994694" y="1270075"/>
          <a:ext cx="2189670" cy="28548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an enlarged prostate gland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a </a:t>
          </a:r>
          <a:r>
            <a:rPr lang="en-US" sz="1600" kern="1200" dirty="0">
              <a:latin typeface="Century Schoolbook" panose="02040604050505020304" pitchFamily="18" charset="0"/>
            </a:rPr>
            <a:t>tumor</a:t>
          </a:r>
          <a:r>
            <a:rPr lang="en-US" sz="1600" b="0" i="0" kern="1200" dirty="0">
              <a:latin typeface="Century Schoolbook" panose="02040604050505020304" pitchFamily="18" charset="0"/>
            </a:rPr>
            <a:t> pressing against the bladder</a:t>
          </a:r>
          <a:endParaRPr lang="en-US" sz="1600" kern="1200" dirty="0">
            <a:latin typeface="Century Schoolbook" panose="020406040505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urinary stones</a:t>
          </a:r>
          <a:endParaRPr lang="en-US" sz="1600" kern="1200" dirty="0">
            <a:latin typeface="Century Schoolbook" panose="02040604050505020304" pitchFamily="18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Century Schoolbook" panose="02040604050505020304" pitchFamily="18" charset="0"/>
            </a:rPr>
            <a:t>Constipation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0" i="0" kern="1200" dirty="0">
              <a:latin typeface="Century Schoolbook" panose="02040604050505020304" pitchFamily="18" charset="0"/>
            </a:rPr>
            <a:t>urinary incontinence surgery</a:t>
          </a:r>
          <a:endParaRPr lang="en-US" sz="1600" kern="1200" dirty="0">
            <a:latin typeface="Century Schoolbook" panose="02040604050505020304" pitchFamily="18" charset="0"/>
          </a:endParaRPr>
        </a:p>
      </dsp:txBody>
      <dsp:txXfrm>
        <a:off x="4994694" y="1270075"/>
        <a:ext cx="2189670" cy="28548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AAC35B-F13F-46BF-9E55-22261012700C}">
      <dsp:nvSpPr>
        <dsp:cNvPr id="0" name=""/>
        <dsp:cNvSpPr/>
      </dsp:nvSpPr>
      <dsp:spPr>
        <a:xfrm>
          <a:off x="35" y="14557"/>
          <a:ext cx="3358196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Total Incontinence </a:t>
          </a:r>
        </a:p>
      </dsp:txBody>
      <dsp:txXfrm>
        <a:off x="35" y="14557"/>
        <a:ext cx="3358196" cy="806400"/>
      </dsp:txXfrm>
    </dsp:sp>
    <dsp:sp modelId="{AC6A4F9E-431F-4AE7-9EA8-D7C40FB77D29}">
      <dsp:nvSpPr>
        <dsp:cNvPr id="0" name=""/>
        <dsp:cNvSpPr/>
      </dsp:nvSpPr>
      <dsp:spPr>
        <a:xfrm>
          <a:off x="35" y="820957"/>
          <a:ext cx="3358196" cy="14219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an anatomical defect 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a spinal cord injury that impairs the nerve signals between the brain and the bladder</a:t>
          </a:r>
          <a:endParaRPr lang="en-US" sz="1400" kern="1200" dirty="0">
            <a:latin typeface="Century Schoolbook" panose="020406040505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a fistula</a:t>
          </a:r>
          <a:endParaRPr lang="en-US" sz="1400" kern="1200" dirty="0">
            <a:latin typeface="Century Schoolbook" panose="02040604050505020304" pitchFamily="18" charset="0"/>
          </a:endParaRPr>
        </a:p>
      </dsp:txBody>
      <dsp:txXfrm>
        <a:off x="35" y="820957"/>
        <a:ext cx="3358196" cy="1421909"/>
      </dsp:txXfrm>
    </dsp:sp>
    <dsp:sp modelId="{0F61B25D-C2C8-4A5B-8696-B7918E2F2F27}">
      <dsp:nvSpPr>
        <dsp:cNvPr id="0" name=""/>
        <dsp:cNvSpPr/>
      </dsp:nvSpPr>
      <dsp:spPr>
        <a:xfrm>
          <a:off x="3828379" y="14557"/>
          <a:ext cx="3358196" cy="806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Other Causes</a:t>
          </a:r>
        </a:p>
      </dsp:txBody>
      <dsp:txXfrm>
        <a:off x="3828379" y="14557"/>
        <a:ext cx="3358196" cy="806400"/>
      </dsp:txXfrm>
    </dsp:sp>
    <dsp:sp modelId="{2B4CB45F-F72B-4530-B8AF-4497BB421425}">
      <dsp:nvSpPr>
        <dsp:cNvPr id="0" name=""/>
        <dsp:cNvSpPr/>
      </dsp:nvSpPr>
      <dsp:spPr>
        <a:xfrm>
          <a:off x="3828379" y="820957"/>
          <a:ext cx="3358196" cy="142190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4676" tIns="74676" rIns="99568" bIns="112014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some medications, especially some diuretics, antihypertensive drugs, sleeping tablets, sedatives, and muscle relaxants</a:t>
          </a:r>
          <a:endParaRPr lang="en-US" sz="1400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0" i="0" kern="1200" dirty="0">
              <a:latin typeface="Century Schoolbook" panose="02040604050505020304" pitchFamily="18" charset="0"/>
            </a:rPr>
            <a:t>Alcohol</a:t>
          </a:r>
          <a:endParaRPr lang="en-US" sz="1400" kern="1200" dirty="0">
            <a:latin typeface="Century Schoolbook" panose="02040604050505020304" pitchFamily="18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>
              <a:latin typeface="Century Schoolbook" panose="02040604050505020304" pitchFamily="18" charset="0"/>
            </a:rPr>
            <a:t>urinary tract infections</a:t>
          </a:r>
          <a:r>
            <a:rPr lang="en-US" sz="1400" b="0" i="0" kern="1200" dirty="0">
              <a:latin typeface="Century Schoolbook" panose="02040604050505020304" pitchFamily="18" charset="0"/>
            </a:rPr>
            <a:t> (UTIs)</a:t>
          </a:r>
          <a:endParaRPr lang="en-US" sz="1400" kern="1200" dirty="0">
            <a:latin typeface="Century Schoolbook" panose="02040604050505020304" pitchFamily="18" charset="0"/>
          </a:endParaRPr>
        </a:p>
      </dsp:txBody>
      <dsp:txXfrm>
        <a:off x="3828379" y="820957"/>
        <a:ext cx="3358196" cy="14219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66BA6-C481-491B-9393-4A984EAFAE0D}">
      <dsp:nvSpPr>
        <dsp:cNvPr id="0" name=""/>
        <dsp:cNvSpPr/>
      </dsp:nvSpPr>
      <dsp:spPr>
        <a:xfrm>
          <a:off x="2160403" y="1875974"/>
          <a:ext cx="2709540" cy="206264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Century Schoolbook" panose="02040604050505020304" pitchFamily="18" charset="0"/>
            </a:rPr>
            <a:t>Treatment</a:t>
          </a:r>
        </a:p>
      </dsp:txBody>
      <dsp:txXfrm>
        <a:off x="2582630" y="2197395"/>
        <a:ext cx="1865086" cy="1419799"/>
      </dsp:txXfrm>
    </dsp:sp>
    <dsp:sp modelId="{3D7BCDAA-12DC-4D5D-9212-FE5BCFC342F0}">
      <dsp:nvSpPr>
        <dsp:cNvPr id="0" name=""/>
        <dsp:cNvSpPr/>
      </dsp:nvSpPr>
      <dsp:spPr>
        <a:xfrm>
          <a:off x="3701281" y="836467"/>
          <a:ext cx="982078" cy="77516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E30A7F-92D8-462E-9DCF-F266F1E2B206}">
      <dsp:nvSpPr>
        <dsp:cNvPr id="0" name=""/>
        <dsp:cNvSpPr/>
      </dsp:nvSpPr>
      <dsp:spPr>
        <a:xfrm>
          <a:off x="2349113" y="0"/>
          <a:ext cx="2340993" cy="16904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Behavioral Techniques</a:t>
          </a:r>
        </a:p>
      </dsp:txBody>
      <dsp:txXfrm>
        <a:off x="2705185" y="257125"/>
        <a:ext cx="1628849" cy="1176220"/>
      </dsp:txXfrm>
    </dsp:sp>
    <dsp:sp modelId="{CFDCC23C-CABE-477A-BAC4-894150AAC250}">
      <dsp:nvSpPr>
        <dsp:cNvPr id="0" name=""/>
        <dsp:cNvSpPr/>
      </dsp:nvSpPr>
      <dsp:spPr>
        <a:xfrm>
          <a:off x="4979615" y="2175477"/>
          <a:ext cx="1174377" cy="750086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3B1E4DB-F79E-4B62-A6A8-77B525D29B25}">
      <dsp:nvSpPr>
        <dsp:cNvPr id="0" name=""/>
        <dsp:cNvSpPr/>
      </dsp:nvSpPr>
      <dsp:spPr>
        <a:xfrm>
          <a:off x="4424497" y="1037690"/>
          <a:ext cx="2288098" cy="16904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157271"/>
            <a:satOff val="-13980"/>
            <a:lumOff val="7841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Medications</a:t>
          </a:r>
        </a:p>
      </dsp:txBody>
      <dsp:txXfrm>
        <a:off x="4776161" y="1297503"/>
        <a:ext cx="1584770" cy="1170844"/>
      </dsp:txXfrm>
    </dsp:sp>
    <dsp:sp modelId="{4E97BF36-A001-4F19-B41F-F9EEA96853A2}">
      <dsp:nvSpPr>
        <dsp:cNvPr id="0" name=""/>
        <dsp:cNvSpPr/>
      </dsp:nvSpPr>
      <dsp:spPr>
        <a:xfrm>
          <a:off x="4251562" y="3996886"/>
          <a:ext cx="899644" cy="77516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3E2FA4-8BB6-48C6-BB2C-71A62534631A}">
      <dsp:nvSpPr>
        <dsp:cNvPr id="0" name=""/>
        <dsp:cNvSpPr/>
      </dsp:nvSpPr>
      <dsp:spPr>
        <a:xfrm>
          <a:off x="4340737" y="3350914"/>
          <a:ext cx="2207455" cy="16904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314541"/>
            <a:satOff val="-27959"/>
            <a:lumOff val="15682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Electrical Simulation</a:t>
          </a:r>
        </a:p>
      </dsp:txBody>
      <dsp:txXfrm>
        <a:off x="4685681" y="3615072"/>
        <a:ext cx="1517567" cy="1162154"/>
      </dsp:txXfrm>
    </dsp:sp>
    <dsp:sp modelId="{CB6332B0-7B63-4B46-B2A2-1C04BE0A66F5}">
      <dsp:nvSpPr>
        <dsp:cNvPr id="0" name=""/>
        <dsp:cNvSpPr/>
      </dsp:nvSpPr>
      <dsp:spPr>
        <a:xfrm>
          <a:off x="2537598" y="4203541"/>
          <a:ext cx="899644" cy="77516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DDFDE7-41BD-42D8-A108-18C6A4FD9D83}">
      <dsp:nvSpPr>
        <dsp:cNvPr id="0" name=""/>
        <dsp:cNvSpPr/>
      </dsp:nvSpPr>
      <dsp:spPr>
        <a:xfrm>
          <a:off x="2542592" y="4124702"/>
          <a:ext cx="1954036" cy="16904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471812"/>
            <a:satOff val="-41939"/>
            <a:lumOff val="23523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Medical Devices</a:t>
          </a:r>
        </a:p>
      </dsp:txBody>
      <dsp:txXfrm>
        <a:off x="2866417" y="4404849"/>
        <a:ext cx="1306386" cy="1130176"/>
      </dsp:txXfrm>
    </dsp:sp>
    <dsp:sp modelId="{60EED103-F895-41D5-A2E3-4C03B5C82E4E}">
      <dsp:nvSpPr>
        <dsp:cNvPr id="0" name=""/>
        <dsp:cNvSpPr/>
      </dsp:nvSpPr>
      <dsp:spPr>
        <a:xfrm>
          <a:off x="1077953" y="2150401"/>
          <a:ext cx="899644" cy="775162"/>
        </a:xfrm>
        <a:prstGeom prst="hexagon">
          <a:avLst>
            <a:gd name="adj" fmla="val 28900"/>
            <a:gd name="vf" fmla="val 11547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300000" prstMaterial="plastic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82DB84-ACD2-4BDB-80FB-5A33826251C5}">
      <dsp:nvSpPr>
        <dsp:cNvPr id="0" name=""/>
        <dsp:cNvSpPr/>
      </dsp:nvSpPr>
      <dsp:spPr>
        <a:xfrm>
          <a:off x="44516" y="3243008"/>
          <a:ext cx="2623625" cy="1719411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629082"/>
            <a:satOff val="-55918"/>
            <a:lumOff val="31364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Interventional Therapy</a:t>
          </a:r>
        </a:p>
      </dsp:txBody>
      <dsp:txXfrm>
        <a:off x="426897" y="3493604"/>
        <a:ext cx="1858863" cy="1218219"/>
      </dsp:txXfrm>
    </dsp:sp>
    <dsp:sp modelId="{46D645ED-2ECD-474E-A87A-32527C80AD26}">
      <dsp:nvSpPr>
        <dsp:cNvPr id="0" name=""/>
        <dsp:cNvSpPr/>
      </dsp:nvSpPr>
      <dsp:spPr>
        <a:xfrm>
          <a:off x="503450" y="1037697"/>
          <a:ext cx="2082220" cy="1690470"/>
        </a:xfrm>
        <a:prstGeom prst="hexagon">
          <a:avLst>
            <a:gd name="adj" fmla="val 28570"/>
            <a:gd name="vf" fmla="val 115470"/>
          </a:avLst>
        </a:prstGeom>
        <a:solidFill>
          <a:schemeClr val="accent1">
            <a:shade val="80000"/>
            <a:hueOff val="786353"/>
            <a:satOff val="-69898"/>
            <a:lumOff val="3920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Century Schoolbook" panose="02040604050505020304" pitchFamily="18" charset="0"/>
            </a:rPr>
            <a:t>Surgery</a:t>
          </a:r>
        </a:p>
      </dsp:txBody>
      <dsp:txXfrm>
        <a:off x="837957" y="1309270"/>
        <a:ext cx="1413206" cy="114732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2301DA-55AD-49D8-9712-9A68D50AEA3B}">
      <dsp:nvSpPr>
        <dsp:cNvPr id="0" name=""/>
        <dsp:cNvSpPr/>
      </dsp:nvSpPr>
      <dsp:spPr>
        <a:xfrm>
          <a:off x="0" y="0"/>
          <a:ext cx="6182469" cy="27260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23631-0FE4-4901-8178-68FA3057A62D}">
      <dsp:nvSpPr>
        <dsp:cNvPr id="0" name=""/>
        <dsp:cNvSpPr/>
      </dsp:nvSpPr>
      <dsp:spPr>
        <a:xfrm>
          <a:off x="188702" y="300402"/>
          <a:ext cx="1660127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53A56-0329-48CC-8794-4FA0E2B845A6}">
      <dsp:nvSpPr>
        <dsp:cNvPr id="0" name=""/>
        <dsp:cNvSpPr/>
      </dsp:nvSpPr>
      <dsp:spPr>
        <a:xfrm rot="10800000">
          <a:off x="201383" y="2673745"/>
          <a:ext cx="1638488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Bladder Training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Double Voiding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Fluid and Diet Management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Pelvic Floor Muscle Exercise</a:t>
          </a:r>
        </a:p>
      </dsp:txBody>
      <dsp:txXfrm rot="10800000">
        <a:off x="251772" y="2673745"/>
        <a:ext cx="1537710" cy="3281456"/>
      </dsp:txXfrm>
    </dsp:sp>
    <dsp:sp modelId="{952F665A-AEDC-4C6E-8F74-70C6A3AFC748}">
      <dsp:nvSpPr>
        <dsp:cNvPr id="0" name=""/>
        <dsp:cNvSpPr/>
      </dsp:nvSpPr>
      <dsp:spPr>
        <a:xfrm>
          <a:off x="2109153" y="320733"/>
          <a:ext cx="1873111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</dsp:sp>
    <dsp:sp modelId="{3EF51E85-2C39-4445-8562-EC4E0AD238D0}">
      <dsp:nvSpPr>
        <dsp:cNvPr id="0" name=""/>
        <dsp:cNvSpPr/>
      </dsp:nvSpPr>
      <dsp:spPr>
        <a:xfrm rot="10800000">
          <a:off x="2002631" y="2726055"/>
          <a:ext cx="2137003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Anticholinergics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Mirabegron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Alpha Blockers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Topical estrogens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</dsp:txBody>
      <dsp:txXfrm rot="10800000">
        <a:off x="2068351" y="2726055"/>
        <a:ext cx="2005563" cy="3266125"/>
      </dsp:txXfrm>
    </dsp:sp>
    <dsp:sp modelId="{2B964371-A2DC-4291-A96A-8302FCB7E665}">
      <dsp:nvSpPr>
        <dsp:cNvPr id="0" name=""/>
        <dsp:cNvSpPr/>
      </dsp:nvSpPr>
      <dsp:spPr>
        <a:xfrm>
          <a:off x="4293435" y="300402"/>
          <a:ext cx="1700331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699E80-A84F-48A5-848F-3E4CCE171821}">
      <dsp:nvSpPr>
        <dsp:cNvPr id="0" name=""/>
        <dsp:cNvSpPr/>
      </dsp:nvSpPr>
      <dsp:spPr>
        <a:xfrm rot="10800000">
          <a:off x="4374596" y="2726055"/>
          <a:ext cx="1538009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>
              <a:effectLst/>
              <a:latin typeface="+mn-lt"/>
            </a:rPr>
            <a:t>Electrodes are temporarily inserted into </a:t>
          </a:r>
          <a:r>
            <a:rPr lang="en-US" sz="1800" kern="1200">
              <a:latin typeface="+mn-lt"/>
            </a:rPr>
            <a:t>one’s</a:t>
          </a:r>
          <a:r>
            <a:rPr lang="en-US" sz="1800" b="0" i="0" kern="1200">
              <a:effectLst/>
              <a:latin typeface="+mn-lt"/>
            </a:rPr>
            <a:t> rectum or vagina to stimulate and strengthen pelvic floor muscles</a:t>
          </a:r>
          <a:endParaRPr lang="en-US" sz="1800" kern="1200" dirty="0">
            <a:latin typeface="+mn-lt"/>
          </a:endParaRPr>
        </a:p>
      </dsp:txBody>
      <dsp:txXfrm rot="10800000">
        <a:off x="4421895" y="2726055"/>
        <a:ext cx="1443411" cy="3284546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212BA-9F3C-42C3-9937-9F90C72CD81D}">
      <dsp:nvSpPr>
        <dsp:cNvPr id="0" name=""/>
        <dsp:cNvSpPr/>
      </dsp:nvSpPr>
      <dsp:spPr>
        <a:xfrm>
          <a:off x="0" y="0"/>
          <a:ext cx="5836065" cy="272605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3E0DBB-6040-4009-AD4D-F1DFB49CC76D}">
      <dsp:nvSpPr>
        <dsp:cNvPr id="0" name=""/>
        <dsp:cNvSpPr/>
      </dsp:nvSpPr>
      <dsp:spPr>
        <a:xfrm>
          <a:off x="179103" y="363474"/>
          <a:ext cx="1438036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9EFFE0-9607-43A1-A722-69E564009AA7}">
      <dsp:nvSpPr>
        <dsp:cNvPr id="0" name=""/>
        <dsp:cNvSpPr/>
      </dsp:nvSpPr>
      <dsp:spPr>
        <a:xfrm rot="10800000">
          <a:off x="280709" y="2726055"/>
          <a:ext cx="1234824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Urethral Insert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Pessary</a:t>
          </a:r>
        </a:p>
      </dsp:txBody>
      <dsp:txXfrm rot="10800000">
        <a:off x="318684" y="2726055"/>
        <a:ext cx="1158874" cy="3293870"/>
      </dsp:txXfrm>
    </dsp:sp>
    <dsp:sp modelId="{9EBA563E-2EB6-4BE8-9F25-46AFBE2BA784}">
      <dsp:nvSpPr>
        <dsp:cNvPr id="0" name=""/>
        <dsp:cNvSpPr/>
      </dsp:nvSpPr>
      <dsp:spPr>
        <a:xfrm>
          <a:off x="1761252" y="300402"/>
          <a:ext cx="2091858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A6EFA-A876-4023-A031-5C7D4BF117D5}">
      <dsp:nvSpPr>
        <dsp:cNvPr id="0" name=""/>
        <dsp:cNvSpPr/>
      </dsp:nvSpPr>
      <dsp:spPr>
        <a:xfrm rot="10800000">
          <a:off x="2000557" y="2726055"/>
          <a:ext cx="1613247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Bulking material injections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Botox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Nerve Stimulators</a:t>
          </a:r>
        </a:p>
      </dsp:txBody>
      <dsp:txXfrm rot="10800000">
        <a:off x="2050170" y="2726055"/>
        <a:ext cx="1514021" cy="3282232"/>
      </dsp:txXfrm>
    </dsp:sp>
    <dsp:sp modelId="{0E38E772-128E-4F6A-BD35-4EE6F7CBCEAC}">
      <dsp:nvSpPr>
        <dsp:cNvPr id="0" name=""/>
        <dsp:cNvSpPr/>
      </dsp:nvSpPr>
      <dsp:spPr>
        <a:xfrm>
          <a:off x="4119487" y="363474"/>
          <a:ext cx="1416751" cy="1999107"/>
        </a:xfrm>
        <a:prstGeom prst="roundRect">
          <a:avLst>
            <a:gd name="adj" fmla="val 10000"/>
          </a:avLst>
        </a:prstGeom>
        <a:solidFill>
          <a:schemeClr val="accent1"/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300000"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ADFB0-4A8F-4ABB-90E6-C15E4ABAA5DD}">
      <dsp:nvSpPr>
        <dsp:cNvPr id="0" name=""/>
        <dsp:cNvSpPr/>
      </dsp:nvSpPr>
      <dsp:spPr>
        <a:xfrm rot="10800000">
          <a:off x="3997222" y="2726055"/>
          <a:ext cx="1661280" cy="3331845"/>
        </a:xfrm>
        <a:prstGeom prst="round2SameRect">
          <a:avLst>
            <a:gd name="adj1" fmla="val 10500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Sling Procedures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Bladder neck suspension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Prolapse Surgery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Artificial Urinary Sphincter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500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	</a:t>
          </a:r>
        </a:p>
      </dsp:txBody>
      <dsp:txXfrm rot="10800000">
        <a:off x="4048312" y="2726055"/>
        <a:ext cx="1559100" cy="328075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34413D-0655-4A34-9B90-7D85439B7388}">
      <dsp:nvSpPr>
        <dsp:cNvPr id="0" name=""/>
        <dsp:cNvSpPr/>
      </dsp:nvSpPr>
      <dsp:spPr>
        <a:xfrm>
          <a:off x="0" y="0"/>
          <a:ext cx="4772025" cy="66338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Century Schoolbook" panose="02040604050505020304" pitchFamily="18" charset="0"/>
            </a:rPr>
            <a:t>DryDoc™</a:t>
          </a:r>
          <a:r>
            <a:rPr lang="en-US" sz="2700" kern="1200" dirty="0"/>
            <a:t> Vacuum Station :</a:t>
          </a:r>
        </a:p>
      </dsp:txBody>
      <dsp:txXfrm>
        <a:off x="32384" y="32384"/>
        <a:ext cx="4707257" cy="598621"/>
      </dsp:txXfrm>
    </dsp:sp>
    <dsp:sp modelId="{8259734A-B156-4274-918D-49E4AEF57216}">
      <dsp:nvSpPr>
        <dsp:cNvPr id="0" name=""/>
        <dsp:cNvSpPr/>
      </dsp:nvSpPr>
      <dsp:spPr>
        <a:xfrm>
          <a:off x="0" y="706751"/>
          <a:ext cx="4772025" cy="4024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151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Century Schoolbook" panose="02040604050505020304" pitchFamily="18" charset="0"/>
            </a:rPr>
            <a:t>It is a vacuum station, used for creating a suction pull.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Century Schoolbook" panose="02040604050505020304" pitchFamily="18" charset="0"/>
            </a:rPr>
            <a:t>Due to the suction created, the urine flows from the </a:t>
          </a:r>
          <a:r>
            <a:rPr lang="en-US" sz="2100" b="0" i="0" u="none" strike="noStrike" kern="1200" baseline="0" dirty="0">
              <a:latin typeface="Century Schoolbook" panose="02040604050505020304" pitchFamily="18" charset="0"/>
            </a:rPr>
            <a:t>PureWick™</a:t>
          </a:r>
          <a:r>
            <a:rPr lang="en-US" sz="2100" kern="1200" dirty="0">
              <a:latin typeface="Century Schoolbook" panose="02040604050505020304" pitchFamily="18" charset="0"/>
            </a:rPr>
            <a:t> Female External Catheter to the Collection Canister.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Century Schoolbook" panose="02040604050505020304" pitchFamily="18" charset="0"/>
            </a:rPr>
            <a:t>It has mechanical, electrical and pneumatic architecture, combinedly working as </a:t>
          </a:r>
          <a:r>
            <a:rPr lang="en-US" sz="2100" kern="1200">
              <a:latin typeface="Century Schoolbook" panose="02040604050505020304" pitchFamily="18" charset="0"/>
            </a:rPr>
            <a:t>a system</a:t>
          </a:r>
          <a:endParaRPr lang="en-US" sz="2100" kern="1200" dirty="0">
            <a:latin typeface="Century Schoolbook" panose="02040604050505020304" pitchFamily="18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 dirty="0">
              <a:latin typeface="Century Schoolbook" panose="02040604050505020304" pitchFamily="18" charset="0"/>
            </a:rPr>
            <a:t>The DryDoc™ Vacuum Station functions when the switch illuminates and the pump makes a soft humming sound.</a:t>
          </a:r>
        </a:p>
      </dsp:txBody>
      <dsp:txXfrm>
        <a:off x="0" y="706751"/>
        <a:ext cx="4772025" cy="40240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1/layout/HexagonRadial">
  <dgm:title val="Hexagon Radial"/>
  <dgm:desc val="Use to show a sequential process that relates to a central idea or theme. Limited to six Level 2 shapes. Works best with small amounts of text. Unused text does not appear, but remains available if you switch layouts."/>
  <dgm:catLst>
    <dgm:cat type="cycle" pri="8500"/>
    <dgm:cat type="officeonline" pri="9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  <dgm:pt modelId="15">
          <dgm:prSet phldr="1"/>
        </dgm:pt>
        <dgm:pt modelId="16">
          <dgm:prSet phldr="1"/>
        </dgm:pt>
      </dgm:ptLst>
      <dgm:cxnLst>
        <dgm:cxn modelId="40" srcId="0" destId="10" srcOrd="0" destOrd="0"/>
        <dgm:cxn modelId="50" srcId="10" destId="11" srcOrd="0" destOrd="0"/>
        <dgm:cxn modelId="60" srcId="10" destId="12" srcOrd="0" destOrd="0"/>
        <dgm:cxn modelId="70" srcId="10" destId="13" srcOrd="0" destOrd="0"/>
        <dgm:cxn modelId="80" srcId="10" destId="14" srcOrd="0" destOrd="0"/>
        <dgm:cxn modelId="90" srcId="10" destId="15" srcOrd="0" destOrd="0"/>
        <dgm:cxn modelId="100" srcId="10" destId="16" srcOrd="0" destOrd="0"/>
      </dgm:cxnLst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5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l" for="ch" forName="Accent1" refType="w" fact="0.168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l" for="ch" forName="Parent" refType="w" fact="0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6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l" for="ch" forName="Accent2" refType="w" fact="0.6413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Parent" refType="w" fact="0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l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7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3" refType="w" fact="0.4573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l" for="ch" forName="Accent2" refType="w" fact="0.6413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3" refType="w" fact="0.0554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l" for="ch" forName="Parent" refType="w" fact="0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l" for="ch" forName="Child1" refType="w" fact="0.5073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l" for="ch" forName="Child2" refType="w" fact="0.5073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8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4" refType="w" fact="0.4573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l" for="ch" forName="Accent3" refType="w" fact="0.6413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l" for="ch" forName="Accent2" refType="w" fact="0.376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0554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l" for="ch" forName="Parent" refType="w" fact="0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l" for="ch" forName="Child2" refType="w" fact="0.5073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l" for="ch" forName="Child3" refType="w" fact="0.5073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l" for="ch" forName="Child1" refType="w" fact="0.0554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9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0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l" for="ch" forName="Accent6" refType="w" fact="0.0934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l" for="ch" forName="Accent5" refType="w" fact="0.2858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l" for="ch" forName="Accent4" refType="w" fact="0.612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l" for="ch" forName="Accent3" refType="w" fact="0.743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l" for="ch" forName="Accent2" refType="w" fact="0.5542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l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l" for="ch" forName="Child4" refType="w" fact="0.3246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l" for="ch" forName="Parent" refType="w" fact="0.28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l" for="ch" forName="Child2" refType="w" fact="0.6477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l" for="ch" forName="Child3" refType="w" fact="0.6477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l" for="ch" forName="Child5" refType="w" fact="0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l" for="ch" forName="Child6" refType="w" fact="0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l" for="ch" forName="Child1" refType="w" fact="0.3246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if>
      <dgm:else name="Name11">
        <dgm:choose name="Name12">
          <dgm:if name="Name13" axis="ch ch" ptType="node node" st="1 1" cnt="1 0" func="cnt" op="equ" val="0">
            <dgm:alg type="composite">
              <dgm:param type="ar" val="1.1561"/>
            </dgm:alg>
            <dgm:constrLst>
              <dgm:constr type="primFontSz" for="des" forName="Parent" val="65"/>
              <dgm:constr type="l" for="ch" forName="Parent" refType="w" fact="0"/>
              <dgm:constr type="t" for="ch" forName="Parent" refType="h" fact="0"/>
              <dgm:constr type="w" for="ch" forName="Parent" refType="w"/>
              <dgm:constr type="h" for="ch" forName="Parent" refType="h"/>
            </dgm:constrLst>
          </dgm:if>
          <dgm:if name="Name14" axis="ch ch" ptType="node node" st="1 1" cnt="1 0" func="cnt" op="lte" val="1">
            <dgm:alg type="composite">
              <dgm:param type="ar" val="1.36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r" for="ch" forName="Accent1" refType="w" fact="0.8315"/>
              <dgm:constr type="t" for="ch" forName="Accent1" refType="h" fact="0.2946"/>
              <dgm:constr type="w" for="ch" forName="Accent1" refType="w" fact="0.462"/>
              <dgm:constr type="h" for="ch" forName="Accent1" refType="h" fact="0.5472"/>
              <dgm:constr type="r" for="ch" forName="Parent" refType="w"/>
              <dgm:constr type="t" for="ch" forName="Parent" refType="h" fact="0.2885"/>
              <dgm:constr type="w" for="ch" forName="Parent" refType="w" fact="0.6013"/>
              <dgm:constr type="h" for="ch" forName="Parent" refType="h" fact="0.7115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5831"/>
            </dgm:constrLst>
          </dgm:if>
          <dgm:if name="Name15" axis="ch ch" ptType="node node" st="1 1" cnt="1 0" func="cnt" op="equ" val="2">
            <dgm:alg type="composite">
              <dgm:param type="ar" val="1.0619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2" refType="primFontSz" refFor="des" refForName="Child1" op="equ"/>
              <dgm:constr type="r" for="ch" forName="Accent2" refType="w" fact="0.3587"/>
              <dgm:constr type="t" for="ch" forName="Accent2" refType="h" fact="0.3477"/>
              <dgm:constr type="w" for="ch" forName="Accent2" refType="w" fact="0.2269"/>
              <dgm:constr type="h" for="ch" forName="Accent2" refType="h" fact="0.2076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Parent" refType="w"/>
              <dgm:constr type="t" for="ch" forName="Parent" refType="h" fact="0.2239"/>
              <dgm:constr type="w" for="ch" forName="Parent" refType="w" fact="0.6013"/>
              <dgm:constr type="h" for="ch" forName="Parent" refType="h" fact="0.5523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4527"/>
              <dgm:constr type="r" for="ch" forName="Child2" refType="w" fact="0.5073"/>
              <dgm:constr type="t" for="ch" forName="Child2" refType="h" fact="0.5473"/>
              <dgm:constr type="w" for="ch" forName="Child2" refType="w" fact="0.4927"/>
              <dgm:constr type="h" for="ch" forName="Child2" refType="h" fact="0.4527"/>
            </dgm:constrLst>
          </dgm:if>
          <dgm:if name="Name16" axis="ch ch" ptType="node node" st="1 1" cnt="1 0" func="cnt" op="equ" val="3">
            <dgm:alg type="composite">
              <dgm:param type="ar" val="0.8305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r" for="ch" forName="Accent3" refType="w" fact="0.5427"/>
              <dgm:constr type="t" for="ch" forName="Accent3" refType="h" fact="0.6145"/>
              <dgm:constr type="w" for="ch" forName="Accent3" refType="w" fact="0.2269"/>
              <dgm:constr type="h" for="ch" forName="Accent3" refType="h" fact="0.1623"/>
              <dgm:constr type="r" for="ch" forName="Accent2" refType="w" fact="0.3587"/>
              <dgm:constr type="t" for="ch" forName="Accent2" refType="h" fact="0.2719"/>
              <dgm:constr type="w" for="ch" forName="Accent2" refType="w" fact="0.2269"/>
              <dgm:constr type="h" for="ch" forName="Accent2" refType="h" fact="0.162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3" refType="w" fact="0.9446"/>
              <dgm:constr type="t" for="ch" forName="Child3" refType="h" fact="0.646"/>
              <dgm:constr type="w" for="ch" forName="Child3" refType="w" fact="0.4927"/>
              <dgm:constr type="h" for="ch" forName="Child3" refType="h" fact="0.354"/>
              <dgm:constr type="r" for="ch" forName="Parent" refType="w"/>
              <dgm:constr type="t" for="ch" forName="Parent" refType="h" fact="0.1751"/>
              <dgm:constr type="w" for="ch" forName="Parent" refType="w" fact="0.6013"/>
              <dgm:constr type="h" for="ch" forName="Parent" refType="h" fact="0.4319"/>
              <dgm:constr type="r" for="ch" forName="Child1" refType="w" fact="0.4927"/>
              <dgm:constr type="t" for="ch" forName="Child1" refType="h" fact="0"/>
              <dgm:constr type="w" for="ch" forName="Child1" refType="w" fact="0.4927"/>
              <dgm:constr type="h" for="ch" forName="Child1" refType="h" fact="0.354"/>
              <dgm:constr type="r" for="ch" forName="Child2" refType="w" fact="0.4927"/>
              <dgm:constr type="t" for="ch" forName="Child2" refType="h" fact="0.428"/>
              <dgm:constr type="w" for="ch" forName="Child2" refType="w" fact="0.4927"/>
              <dgm:constr type="h" for="ch" forName="Child2" refType="h" fact="0.354"/>
            </dgm:constrLst>
          </dgm:if>
          <dgm:if name="Name17" axis="ch ch" ptType="node node" st="1 1" cnt="1 0" func="cnt" op="equ" val="4">
            <dgm:alg type="composite">
              <dgm:param type="ar" val="0.682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r" for="ch" forName="Accent4" refType="w" fact="0.5427"/>
              <dgm:constr type="t" for="ch" forName="Accent4" refType="h" fact="0.6834"/>
              <dgm:constr type="w" for="ch" forName="Accent4" refType="w" fact="0.2269"/>
              <dgm:constr type="h" for="ch" forName="Accent4" refType="h" fact="0.1333"/>
              <dgm:constr type="r" for="ch" forName="Accent3" refType="w" fact="0.3587"/>
              <dgm:constr type="t" for="ch" forName="Accent3" refType="h" fact="0.4021"/>
              <dgm:constr type="w" for="ch" forName="Accent3" refType="w" fact="0.2269"/>
              <dgm:constr type="h" for="ch" forName="Accent3" refType="h" fact="0.1333"/>
              <dgm:constr type="r" for="ch" forName="Accent2" refType="w" fact="0.6235"/>
              <dgm:constr type="t" for="ch" forName="Accent2" refType="h" fact="0.1529"/>
              <dgm:constr type="w" for="ch" forName="Accent2" refType="w" fact="0.2269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9446"/>
              <dgm:constr type="t" for="ch" forName="Child4" refType="h" fact="0.7093"/>
              <dgm:constr type="w" for="ch" forName="Child4" refType="w" fact="0.4927"/>
              <dgm:constr type="h" for="ch" forName="Child4" refType="h" fact="0.2907"/>
              <dgm:constr type="r" for="ch" forName="Parent" refType="w"/>
              <dgm:constr type="t" for="ch" forName="Parent" refType="h" fact="0.3226"/>
              <dgm:constr type="w" for="ch" forName="Parent" refType="w" fact="0.6013"/>
              <dgm:constr type="h" for="ch" forName="Parent" refType="h" fact="0.3547"/>
              <dgm:constr type="r" for="ch" forName="Child2" refType="w" fact="0.4927"/>
              <dgm:constr type="t" for="ch" forName="Child2" refType="h" fact="0.1788"/>
              <dgm:constr type="w" for="ch" forName="Child2" refType="w" fact="0.4927"/>
              <dgm:constr type="h" for="ch" forName="Child2" refType="h" fact="0.2907"/>
              <dgm:constr type="r" for="ch" forName="Child3" refType="w" fact="0.4927"/>
              <dgm:constr type="t" for="ch" forName="Child3" refType="h" fact="0.5303"/>
              <dgm:constr type="w" for="ch" forName="Child3" refType="w" fact="0.4927"/>
              <dgm:constr type="h" for="ch" forName="Child3" refType="h" fact="0.2907"/>
              <dgm:constr type="r" for="ch" forName="Child1" refType="w" fact="0.9446"/>
              <dgm:constr type="t" for="ch" forName="Child1" refType="h" fact="0"/>
              <dgm:constr type="w" for="ch" forName="Child1" refType="w" fact="0.4927"/>
              <dgm:constr type="h" for="ch" forName="Child1" refType="h" fact="0.2907"/>
            </dgm:constrLst>
          </dgm:if>
          <dgm:if name="Name18" axis="ch ch" ptType="node node" st="1 1" cnt="1 0" func="cnt" op="equ" val="5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if>
          <dgm:else name="Name19">
            <dgm:alg type="composite">
              <dgm:param type="ar" val="0.9538"/>
            </dgm:alg>
            <dgm:constrLst>
              <dgm:constr type="primFontSz" for="des" forName="Parent" val="65"/>
              <dgm:constr type="primFontSz" for="des" forName="Child1" val="65"/>
              <dgm:constr type="primFontSz" for="des" forName="Child1" refType="primFontSz" refFor="des" refForName="Parent" op="lte"/>
              <dgm:constr type="primFontSz" for="des" forName="Child2" refType="primFontSz" refFor="des" refForName="Parent" op="lte"/>
              <dgm:constr type="primFontSz" for="des" forName="Child3" refType="primFontSz" refFor="des" refForName="Parent" op="lte"/>
              <dgm:constr type="primFontSz" for="des" forName="Child4" refType="primFontSz" refFor="des" refForName="Parent" op="lte"/>
              <dgm:constr type="primFontSz" for="des" forName="Child5" refType="primFontSz" refFor="des" refForName="Parent" op="lte"/>
              <dgm:constr type="primFontSz" for="des" forName="Child6" refType="primFontSz" refFor="des" refForName="Parent" op="lte"/>
              <dgm:constr type="primFontSz" for="des" forName="Child7" refType="primFontSz" refFor="des" refForName="Parent" op="lte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primFontSz" for="des" ptType="node" op="equ" val="65"/>
              <dgm:constr type="r" for="ch" forName="Accent6" refType="w" fact="0.9066"/>
              <dgm:constr type="t" for="ch" forName="Accent6" refType="h" fact="0.4635"/>
              <dgm:constr type="w" for="ch" forName="Accent6" refType="w" fact="0.1622"/>
              <dgm:constr type="h" for="ch" forName="Accent6" refType="h" fact="0.1333"/>
              <dgm:constr type="r" for="ch" forName="Accent5" refType="w" fact="0.7142"/>
              <dgm:constr type="t" for="ch" forName="Accent5" refType="h" fact="0.7126"/>
              <dgm:constr type="w" for="ch" forName="Accent5" refType="w" fact="0.1622"/>
              <dgm:constr type="h" for="ch" forName="Accent5" refType="h" fact="0.1333"/>
              <dgm:constr type="r" for="ch" forName="Accent4" refType="w" fact="0.388"/>
              <dgm:constr type="t" for="ch" forName="Accent4" refType="h" fact="0.6834"/>
              <dgm:constr type="w" for="ch" forName="Accent4" refType="w" fact="0.1622"/>
              <dgm:constr type="h" for="ch" forName="Accent4" refType="h" fact="0.1333"/>
              <dgm:constr type="r" for="ch" forName="Accent3" refType="w" fact="0.2565"/>
              <dgm:constr type="t" for="ch" forName="Accent3" refType="h" fact="0.4021"/>
              <dgm:constr type="w" for="ch" forName="Accent3" refType="w" fact="0.1622"/>
              <dgm:constr type="h" for="ch" forName="Accent3" refType="h" fact="0.1333"/>
              <dgm:constr type="r" for="ch" forName="Accent2" refType="w" fact="0.4458"/>
              <dgm:constr type="t" for="ch" forName="Accent2" refType="h" fact="0.1529"/>
              <dgm:constr type="w" for="ch" forName="Accent2" refType="w" fact="0.1622"/>
              <dgm:constr type="h" for="ch" forName="Accent2" refType="h" fact="0.1333"/>
              <dgm:constr type="r" for="ch" forName="Accent1" refType="w" fact="0"/>
              <dgm:constr type="t" for="ch" forName="Accent1" refType="h" fact="0"/>
              <dgm:constr type="w" for="ch" forName="Accent1" refType="w" fact="0"/>
              <dgm:constr type="h" for="ch" forName="Accent1" refType="h" fact="0"/>
              <dgm:constr type="r" for="ch" forName="Child4" refType="w" fact="0.6754"/>
              <dgm:constr type="t" for="ch" forName="Child4" refType="h" fact="0.7093"/>
              <dgm:constr type="w" for="ch" forName="Child4" refType="w" fact="0.3523"/>
              <dgm:constr type="h" for="ch" forName="Child4" refType="h" fact="0.2907"/>
              <dgm:constr type="r" for="ch" forName="Parent" refType="w" fact="0.715"/>
              <dgm:constr type="t" for="ch" forName="Parent" refType="h" fact="0.3226"/>
              <dgm:constr type="w" for="ch" forName="Parent" refType="w" fact="0.4299"/>
              <dgm:constr type="h" for="ch" forName="Parent" refType="h" fact="0.3547"/>
              <dgm:constr type="r" for="ch" forName="Child2" refType="w" fact="0.3523"/>
              <dgm:constr type="t" for="ch" forName="Child2" refType="h" fact="0.1788"/>
              <dgm:constr type="w" for="ch" forName="Child2" refType="w" fact="0.3523"/>
              <dgm:constr type="h" for="ch" forName="Child2" refType="h" fact="0.2907"/>
              <dgm:constr type="r" for="ch" forName="Child3" refType="w" fact="0.3523"/>
              <dgm:constr type="t" for="ch" forName="Child3" refType="h" fact="0.5303"/>
              <dgm:constr type="w" for="ch" forName="Child3" refType="w" fact="0.3523"/>
              <dgm:constr type="h" for="ch" forName="Child3" refType="h" fact="0.2907"/>
              <dgm:constr type="r" for="ch" forName="Child5" refType="w"/>
              <dgm:constr type="t" for="ch" forName="Child5" refType="h" fact="0.5305"/>
              <dgm:constr type="w" for="ch" forName="Child5" refType="w" fact="0.3523"/>
              <dgm:constr type="h" for="ch" forName="Child5" refType="h" fact="0.2907"/>
              <dgm:constr type="r" for="ch" forName="Child6" refType="w"/>
              <dgm:constr type="t" for="ch" forName="Child6" refType="h" fact="0.1784"/>
              <dgm:constr type="w" for="ch" forName="Child6" refType="w" fact="0.3523"/>
              <dgm:constr type="h" for="ch" forName="Child6" refType="h" fact="0.2907"/>
              <dgm:constr type="r" for="ch" forName="Child1" refType="w" fact="0.6754"/>
              <dgm:constr type="t" for="ch" forName="Child1" refType="h" fact="0"/>
              <dgm:constr type="w" for="ch" forName="Child1" refType="w" fact="0.3523"/>
              <dgm:constr type="h" for="ch" forName="Child1" refType="h" fact="0.2907"/>
            </dgm:constrLst>
          </dgm:else>
        </dgm:choose>
      </dgm:else>
    </dgm:choose>
    <dgm:forEach name="wrapper" axis="self" ptType="parTrans">
      <dgm:forEach name="accentRepeat" axis="self">
        <dgm:layoutNode name="Accent" styleLbl="bgShp">
          <dgm:alg type="sp"/>
          <dgm:shape xmlns:r="http://schemas.openxmlformats.org/officeDocument/2006/relationships" type="hexagon" r:blip="" zOrderOff="-2">
            <dgm:adjLst>
              <dgm:adj idx="1" val="0.289"/>
              <dgm:adj idx="2" val="1.1547"/>
            </dgm:adjLst>
          </dgm:shape>
          <dgm:presOf/>
        </dgm:layoutNode>
      </dgm:forEach>
    </dgm:forEach>
    <dgm:forEach name="Name20" axis="ch" ptType="node" cnt="1">
      <dgm:layoutNode name="Parent" styleLbl="node0">
        <dgm:varLst>
          <dgm:chMax val="6"/>
          <dgm:chPref val="6"/>
        </dgm:varLst>
        <dgm:alg type="tx"/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self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1" axis="ch ch" ptType="node node" st="1 1" cnt="1 1">
      <dgm:layoutNode name="Accent1">
        <dgm:alg type="sp"/>
        <dgm:shape xmlns:r="http://schemas.openxmlformats.org/officeDocument/2006/relationships" r:blip="" zOrderOff="-2">
          <dgm:adjLst/>
        </dgm:shape>
        <dgm:presOf/>
        <dgm:constrLst/>
        <dgm:forEach name="Name22" ref="accentRepeat"/>
      </dgm:layoutNode>
      <dgm:layoutNode name="Child1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3" axis="ch ch" ptType="node node" st="1 2" cnt="1 1">
      <dgm:layoutNode name="Accent2">
        <dgm:alg type="sp"/>
        <dgm:shape xmlns:r="http://schemas.openxmlformats.org/officeDocument/2006/relationships" r:blip="" zOrderOff="-2">
          <dgm:adjLst/>
        </dgm:shape>
        <dgm:presOf/>
        <dgm:constrLst/>
        <dgm:forEach name="Name24" ref="accentRepeat"/>
      </dgm:layoutNode>
      <dgm:layoutNode name="Child2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5" axis="ch ch" ptType="node node" st="1 3" cnt="1 1">
      <dgm:layoutNode name="Accent3">
        <dgm:alg type="sp"/>
        <dgm:shape xmlns:r="http://schemas.openxmlformats.org/officeDocument/2006/relationships" r:blip="" zOrderOff="-2">
          <dgm:adjLst/>
        </dgm:shape>
        <dgm:presOf/>
        <dgm:constrLst/>
        <dgm:forEach name="Name26" ref="accentRepeat"/>
      </dgm:layoutNode>
      <dgm:layoutNode name="Child3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7" axis="ch ch" ptType="node node" st="1 4" cnt="1 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28" ref="accentRepeat"/>
      </dgm:layoutNode>
      <dgm:layoutNode name="Child4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29" axis="ch ch" ptType="node node" st="1 5" cnt="1 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5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  <dgm:forEach name="Name31" axis="ch ch" ptType="node node" st="1 6" cnt="1 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32" ref="accentRepeat"/>
      </dgm:layoutNode>
      <dgm:layoutNode name="Child6" styleLbl="node1">
        <dgm:varLst>
          <dgm:chMax val="0"/>
          <dgm:chPref val="0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hexagon" r:blip="">
          <dgm:adjLst>
            <dgm:adj idx="1" val="0.2857"/>
            <dgm:adj idx="2" val="1.1547"/>
          </dgm:adjLst>
        </dgm:shape>
        <dgm:presOf axis="desOrSelf" ptType="node"/>
        <dgm:constrLst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pList2">
  <dgm:title val=""/>
  <dgm:desc val=""/>
  <dgm:catLst>
    <dgm:cat type="list" pri="11000"/>
    <dgm:cat type="picture" pri="24000"/>
    <dgm:cat type="pictureconvert" pri="2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Verdana Regular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Verdana Regular"/>
              </a:defRPr>
            </a:lvl1pPr>
          </a:lstStyle>
          <a:p>
            <a:fld id="{7EDE1BF8-D834-2144-B821-E71DF6F1BFDF}" type="datetimeFigureOut">
              <a:rPr lang="en-US" smtClean="0"/>
              <a:pPr/>
              <a:t>07/22/2021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Verdana Regular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Verdana Regular"/>
              </a:defRPr>
            </a:lvl1pPr>
          </a:lstStyle>
          <a:p>
            <a:fld id="{2D0A9E56-36FF-1D45-89C0-840AF98894A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715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Verdana Regular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Verdana Regular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Verdana Regular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Verdana Regular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Verdana Regular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D0A9E56-36FF-1D45-89C0-840AF98894A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 Regula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9598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A9E56-36FF-1D45-89C0-840AF98894A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788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0A9E56-36FF-1D45-89C0-840AF98894A0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1357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6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6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6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7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8.xml"/></Relationships>
</file>

<file path=ppt/slideLayouts/_rels/slideLayout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8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9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9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9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0.xml"/></Relationships>
</file>

<file path=ppt/slideLayouts/_rels/slideLayout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0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0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0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1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1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1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1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1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2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3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3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3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3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9"/>
            <a:ext cx="9985248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tx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631809"/>
            <a:ext cx="9985248" cy="174345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" y="41151"/>
            <a:ext cx="3312465" cy="180168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F1B77094-738E-9743-8A94-4917233D6642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74139792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5086205"/>
            <a:ext cx="9985248" cy="603389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000" b="0" i="0" baseline="0">
                <a:solidFill>
                  <a:schemeClr val="accent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1B1B81D-48DF-6640-BCB4-F425B8E940F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29577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379704-1D93-4144-9D0A-C3B6822311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4" y="3062514"/>
            <a:ext cx="12188476" cy="2214336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5665950"/>
            <a:ext cx="9985248" cy="495366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F1B77094-738E-9743-8A94-4917233D6642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8" name="Picture 7" descr="bd_3_rgb_lbg_1_0.png">
            <a:extLst>
              <a:ext uri="{FF2B5EF4-FFF2-40B4-BE49-F238E27FC236}">
                <a16:creationId xmlns:a16="http://schemas.microsoft.com/office/drawing/2014/main" id="{EB87518F-FBE0-0A47-879A-FBB7B15892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543" y="5116359"/>
            <a:ext cx="2900546" cy="158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57314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Blue)">
    <p:bg>
      <p:bgPr>
        <a:solidFill>
          <a:srgbClr val="F07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" y="40239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9"/>
            <a:ext cx="9985248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631809"/>
            <a:ext cx="9985248" cy="174345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76822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9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631809"/>
            <a:ext cx="9985248" cy="174345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6" name="Picture 5" descr="bd_1bw_rgb_dbg_2_25.png">
            <a:extLst>
              <a:ext uri="{FF2B5EF4-FFF2-40B4-BE49-F238E27FC236}">
                <a16:creationId xmlns:a16="http://schemas.microsoft.com/office/drawing/2014/main" id="{6DDF1592-45E6-9342-AAAE-ED32408165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" y="40239"/>
            <a:ext cx="3317157" cy="180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173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385112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tx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42772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E16C3E9F-8C62-3040-AB3B-CEBF10CEB584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80191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Blue)">
    <p:bg>
      <p:bgPr>
        <a:solidFill>
          <a:srgbClr val="F07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5"/>
            <a:ext cx="10972800" cy="238048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42772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6" name="Picture 5" descr="bd_1bw_rgb_dbg_1_0.png">
            <a:extLst>
              <a:ext uri="{FF2B5EF4-FFF2-40B4-BE49-F238E27FC236}">
                <a16:creationId xmlns:a16="http://schemas.microsoft.com/office/drawing/2014/main" id="{8B630CFF-FFF3-D147-87DC-526EDA53D66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074" y="5845822"/>
            <a:ext cx="1914144" cy="1048512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987A6531-CC51-0D40-8C3D-5FAD4FFFEDCA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4641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5"/>
            <a:ext cx="10972800" cy="238048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742772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6" name="Picture 5" descr="bd_1bw_rgb_dbg_1_0.png">
            <a:extLst>
              <a:ext uri="{FF2B5EF4-FFF2-40B4-BE49-F238E27FC236}">
                <a16:creationId xmlns:a16="http://schemas.microsoft.com/office/drawing/2014/main" id="{6711AA1D-759F-6448-BCFC-76D00F966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074" y="5845822"/>
            <a:ext cx="1914144" cy="1048512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871F4322-B635-214E-9986-34D60379BB05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20788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867AEBD-7D95-A443-90F9-FE7A13797296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B717E498-99E4-ED4B-B414-902603922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5831FF1-7168-1943-875A-756D5D90886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624114" y="1614714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727E4971-F624-6C42-8069-F404DBB3C4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2583545" y="1614714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1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E623213-6112-6947-906D-98632D7B8D5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624114" y="2193471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F0FBAFAC-9EB9-CD43-B4E1-5DE89FA0DE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2583545" y="2193471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2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34D937D-8D30-614C-A6D9-1F2152D3BB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624114" y="2772228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67ED6B16-516F-1246-8EC2-9ED9B490BC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2583545" y="2772228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3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C2366A03-9504-9E41-BC84-5D87793A462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>
            <a:off x="624114" y="3350985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98FF9CAE-1068-0F4F-9F64-E63BCD85E9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>
            <a:off x="2583545" y="3350985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4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429522A7-55E1-1E47-A7DB-9CE1577DF22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624114" y="3929742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2944A270-FCB0-9F48-8A40-19E5AEC2457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2583545" y="3929742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5</a:t>
            </a:r>
          </a:p>
        </p:txBody>
      </p:sp>
      <p:sp>
        <p:nvSpPr>
          <p:cNvPr id="24" name="Text Placeholder 8">
            <a:extLst>
              <a:ext uri="{FF2B5EF4-FFF2-40B4-BE49-F238E27FC236}">
                <a16:creationId xmlns:a16="http://schemas.microsoft.com/office/drawing/2014/main" id="{E7A616F3-42B8-2F4E-9537-A0421A3807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gray">
          <a:xfrm>
            <a:off x="624114" y="4508499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B263E673-ECA0-A947-A02D-DE069D299D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2583545" y="4508499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6</a:t>
            </a:r>
          </a:p>
        </p:txBody>
      </p:sp>
      <p:sp>
        <p:nvSpPr>
          <p:cNvPr id="26" name="Text Placeholder 8">
            <a:extLst>
              <a:ext uri="{FF2B5EF4-FFF2-40B4-BE49-F238E27FC236}">
                <a16:creationId xmlns:a16="http://schemas.microsoft.com/office/drawing/2014/main" id="{D7F12464-A44D-0A47-805D-D70F25B59E6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24114" y="5087256"/>
            <a:ext cx="1753803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Time Here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97D31A84-C5FB-1A4F-BC2B-C227F4956B6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2583545" y="5087256"/>
            <a:ext cx="8998856" cy="471620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000" b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82880" indent="0">
              <a:buNone/>
              <a:defRPr/>
            </a:lvl2pPr>
            <a:lvl3pPr marL="365760" indent="0">
              <a:buNone/>
              <a:defRPr/>
            </a:lvl3pPr>
            <a:lvl4pPr marL="548640" indent="0">
              <a:buNone/>
              <a:defRPr/>
            </a:lvl4pPr>
            <a:lvl5pPr marL="731520" indent="0">
              <a:buNone/>
              <a:defRPr/>
            </a:lvl5pPr>
          </a:lstStyle>
          <a:p>
            <a:pPr lvl="0"/>
            <a:r>
              <a:rPr lang="en-US"/>
              <a:t>Agenda Item Number 7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EDDB29D4-9CD6-AF4E-8DAB-324AD250E5C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0" y="806570"/>
            <a:ext cx="10972800" cy="52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  <a:tabLst/>
              <a:defRPr sz="2000" baseline="0">
                <a:solidFill>
                  <a:schemeClr val="accent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3777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867AEBD-7D95-A443-90F9-FE7A13797296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D0C4B86-C9FF-794B-885B-BF722C9CD41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0" y="806570"/>
            <a:ext cx="10972800" cy="52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  <a:tabLst/>
              <a:defRPr sz="2000" baseline="0">
                <a:solidFill>
                  <a:schemeClr val="accent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B717E498-99E4-ED4B-B414-902603922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12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1765605-811A-624E-8003-9016112D34A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6604F1AF-E94B-ED41-9EEA-2737E0453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4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46977"/>
            <a:ext cx="5387867" cy="4215623"/>
          </a:xfrm>
          <a:prstGeom prst="rect">
            <a:avLst/>
          </a:prstGeom>
        </p:spPr>
        <p:txBody>
          <a:bodyPr>
            <a:no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72" y="1346977"/>
            <a:ext cx="5389033" cy="421562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pic>
        <p:nvPicPr>
          <p:cNvPr id="10" name="Picture 9" descr="bd_3_rgb_lbg_1_0.png">
            <a:extLst>
              <a:ext uri="{FF2B5EF4-FFF2-40B4-BE49-F238E27FC236}">
                <a16:creationId xmlns:a16="http://schemas.microsoft.com/office/drawing/2014/main" id="{231B184C-CA07-FC42-8281-EBD1EC2C416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5" name="Title 7">
            <a:extLst>
              <a:ext uri="{FF2B5EF4-FFF2-40B4-BE49-F238E27FC236}">
                <a16:creationId xmlns:a16="http://schemas.microsoft.com/office/drawing/2014/main" id="{DE30C9B0-5B9B-E640-964F-BF0278830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158AB0E-1E2D-D744-85B0-E1792858DFFA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8" name="Slide Number Placeholder 1">
            <a:extLst>
              <a:ext uri="{FF2B5EF4-FFF2-40B4-BE49-F238E27FC236}">
                <a16:creationId xmlns:a16="http://schemas.microsoft.com/office/drawing/2014/main" id="{95CCC61F-68FF-0B45-83F1-106C7AD04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620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3"/>
            <a:ext cx="12192000" cy="556259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pic>
        <p:nvPicPr>
          <p:cNvPr id="6" name="Picture 5" descr="bd_3_rgb_lbg_1_0.png">
            <a:extLst>
              <a:ext uri="{FF2B5EF4-FFF2-40B4-BE49-F238E27FC236}">
                <a16:creationId xmlns:a16="http://schemas.microsoft.com/office/drawing/2014/main" id="{DFAEBE3A-989F-C541-B5EE-BE207ED5A6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803CE248-9284-F544-BC5C-19CF20567D47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640D8059-9885-3349-9BD1-1B793EB444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7709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7"/>
            <a:ext cx="4020301" cy="273208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3"/>
            <a:ext cx="8091577" cy="556259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pic>
        <p:nvPicPr>
          <p:cNvPr id="9" name="Picture 8" descr="bd_3_rgb_lbg_1_0.png">
            <a:extLst>
              <a:ext uri="{FF2B5EF4-FFF2-40B4-BE49-F238E27FC236}">
                <a16:creationId xmlns:a16="http://schemas.microsoft.com/office/drawing/2014/main" id="{F9C1A1A7-BD93-B24E-AE59-B7557AD0EA1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D6FB128D-4329-2B41-9A03-B2F2B42E041A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0515F20D-7882-8B4D-892D-46D01969CE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9315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10"/>
            <a:ext cx="10972800" cy="166664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 descr="bd_1bw_rgb_dbg_1_0.png">
            <a:extLst>
              <a:ext uri="{FF2B5EF4-FFF2-40B4-BE49-F238E27FC236}">
                <a16:creationId xmlns:a16="http://schemas.microsoft.com/office/drawing/2014/main" id="{2C6B8332-B259-F545-A0BA-F695B4BA333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074" y="5845822"/>
            <a:ext cx="1914144" cy="1048512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2C5A6A83-D3F4-394D-AF26-3E89E17F0F38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6" name="Slide Number Placeholder 1">
            <a:extLst>
              <a:ext uri="{FF2B5EF4-FFF2-40B4-BE49-F238E27FC236}">
                <a16:creationId xmlns:a16="http://schemas.microsoft.com/office/drawing/2014/main" id="{6C5D0E21-6DFE-744C-A0E9-473DECF20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4306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" userDrawn="1">
          <p15:clr>
            <a:srgbClr val="FBAE40"/>
          </p15:clr>
        </p15:guide>
        <p15:guide id="2" pos="7296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rgbClr val="F07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5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10"/>
            <a:ext cx="10972800" cy="1666649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4074" y="5845822"/>
            <a:ext cx="1914144" cy="1048512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61E4BA8D-312D-764E-A5BB-52DBA4F65C6A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5" name="Slide Number Placeholder 1">
            <a:extLst>
              <a:ext uri="{FF2B5EF4-FFF2-40B4-BE49-F238E27FC236}">
                <a16:creationId xmlns:a16="http://schemas.microsoft.com/office/drawing/2014/main" id="{A18CD543-822D-434F-AF37-77AE043DB4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73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">
    <p:bg>
      <p:bgPr>
        <a:solidFill>
          <a:srgbClr val="F07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28207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5"/>
            <a:ext cx="3233491" cy="1758727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EB1A7E7B-AC7A-864E-A13A-75FCE68FCF6A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43E787DE-646F-7943-9BDB-A6671E803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177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28207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5"/>
            <a:ext cx="3233491" cy="175872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A29C5D4-F19E-C149-916E-90BC0DF8CB66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05B0E39B-7CBC-B64B-8D31-DAE52EFFB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5594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1661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835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0" y="76200"/>
            <a:ext cx="9042400" cy="1066800"/>
          </a:xfrm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524000" y="1219200"/>
            <a:ext cx="9042400" cy="4724400"/>
          </a:xfrm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ln/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pPr>
              <a:defRPr/>
            </a:pPr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 b="0" i="0">
                <a:latin typeface="Verdana Regular"/>
              </a:defRPr>
            </a:lvl1pPr>
          </a:lstStyle>
          <a:p>
            <a:pPr>
              <a:defRPr/>
            </a:pPr>
            <a:fld id="{944DBE64-A71C-4FF0-A658-1A01E9DFB8EB}" type="slidenum">
              <a:rPr lang="en-US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7174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329319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3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6" name="Picture 5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949" y="6073540"/>
            <a:ext cx="1542933" cy="786384"/>
          </a:xfrm>
          <a:prstGeom prst="rect">
            <a:avLst/>
          </a:prstGeom>
        </p:spPr>
      </p:pic>
      <p:sp>
        <p:nvSpPr>
          <p:cNvPr id="7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94422707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Slide (High angle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56228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3200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32pt)</a:t>
            </a:r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7" y="6731292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26341"/>
            <a:ext cx="6299200" cy="193357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400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r>
              <a:rPr lang="en-US"/>
              <a:t>Presenter Name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1"/>
            <a:ext cx="12192000" cy="1821793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0" name="Picture 9" descr="bd_3_rgb_lbg_1_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8752" y="5680961"/>
            <a:ext cx="2873248" cy="1173480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644691" y="6312182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1" y="699569"/>
            <a:ext cx="12191999" cy="2053635"/>
            <a:chOff x="0" y="1620955"/>
            <a:chExt cx="9143999" cy="1699428"/>
          </a:xfrm>
        </p:grpSpPr>
        <p:sp>
          <p:nvSpPr>
            <p:cNvPr id="19" name="Isosceles Triangle 18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20" name="Isosceles Triangle 19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8090386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3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6" name="Picture 5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8949" y="6073540"/>
            <a:ext cx="1542933" cy="786384"/>
          </a:xfrm>
          <a:prstGeom prst="rect">
            <a:avLst/>
          </a:prstGeom>
        </p:spPr>
      </p:pic>
      <p:sp>
        <p:nvSpPr>
          <p:cNvPr id="7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6358975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3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7" y="6731292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8928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600201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193368" y="1600201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9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6391730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1" y="1600200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193368" y="1600200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31092791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4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5" name="Picture 4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63924678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7" y="6731292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8975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171700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8171700" y="2830516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9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3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32000126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171700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8171700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977" y="6731292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7542980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Section divider (Verdana 32pt)</a:t>
            </a:r>
          </a:p>
        </p:txBody>
      </p:sp>
      <p:pic>
        <p:nvPicPr>
          <p:cNvPr id="6" name="Picture 5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639" y="6071728"/>
            <a:ext cx="1914144" cy="786384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25202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5033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Section divider (Verdana 32pt)</a:t>
            </a:r>
          </a:p>
        </p:txBody>
      </p:sp>
      <p:pic>
        <p:nvPicPr>
          <p:cNvPr id="6" name="Picture 5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639" y="6071728"/>
            <a:ext cx="1914144" cy="786384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644691" y="64382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25202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191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 (High angle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" y="2756228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3200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32pt)</a:t>
            </a:r>
          </a:p>
        </p:txBody>
      </p:sp>
      <p:sp>
        <p:nvSpPr>
          <p:cNvPr id="9" name="Slide Number Placeholder 1"/>
          <p:cNvSpPr>
            <a:spLocks noGrp="1"/>
          </p:cNvSpPr>
          <p:nvPr userDrawn="1">
            <p:ph type="sldNum" sz="quarter" idx="4"/>
          </p:nvPr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 flipH="1">
            <a:off x="0" y="0"/>
            <a:ext cx="12192000" cy="1861754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 descr="bd_3_rgb_lbg_1_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0898" y="5680961"/>
            <a:ext cx="2221102" cy="117348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644691" y="6312182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1" y="699569"/>
            <a:ext cx="12191999" cy="2053635"/>
            <a:chOff x="0" y="1620955"/>
            <a:chExt cx="9143999" cy="1699428"/>
          </a:xfrm>
        </p:grpSpPr>
        <p:sp>
          <p:nvSpPr>
            <p:cNvPr id="12" name="Isosceles Triangle 11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Isosceles Triangle 12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99488278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731292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99288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731292"/>
            <a:ext cx="106307" cy="119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52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Design 1) (Blue)">
    <p:bg>
      <p:bgPr>
        <a:solidFill>
          <a:srgbClr val="F077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" y="40239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9"/>
            <a:ext cx="9985248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631809"/>
            <a:ext cx="9985248" cy="174345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1650403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B0F4DA-83B3-408F-90FA-8C3CB3FFF103}" type="datetimeFigureOut">
              <a:rPr lang="en-US" smtClean="0"/>
              <a:t>07/22/2021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F747B-1E02-4034-A129-311FB16AC60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65189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8474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0950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5376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5"/>
            <a:ext cx="3233491" cy="1758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8846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5" y="10899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50"/>
            <a:ext cx="8567268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792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568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568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568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5724947" y="6529906"/>
            <a:ext cx="283967" cy="281536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420">
                <a:solidFill>
                  <a:schemeClr val="tx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512051">
              <a:defRPr/>
            </a:pPr>
            <a:r>
              <a:rPr lang="en-US"/>
              <a:t>1</a:t>
            </a:r>
            <a:endParaRPr lang="en-US" dirty="0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5376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4581094" y="6289478"/>
            <a:ext cx="2705216" cy="336627"/>
          </a:xfrm>
          <a:prstGeom prst="rect">
            <a:avLst/>
          </a:prstGeom>
        </p:spPr>
        <p:txBody>
          <a:bodyPr vert="horz" lIns="102404" tIns="51202" rIns="102404" bIns="51202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896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8585" y="346652"/>
            <a:ext cx="944691" cy="944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78528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4104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28207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5"/>
            <a:ext cx="3233491" cy="175872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A29C5D4-F19E-C149-916E-90BC0DF8CB66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05B0E39B-7CBC-B64B-8D31-DAE52EFFBB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5494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9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600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631809"/>
            <a:ext cx="9985248" cy="1743456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ct val="90000"/>
              </a:lnSpc>
              <a:defRPr sz="48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6" name="Picture 5" descr="bd_1bw_rgb_dbg_2_25.png">
            <a:extLst>
              <a:ext uri="{FF2B5EF4-FFF2-40B4-BE49-F238E27FC236}">
                <a16:creationId xmlns:a16="http://schemas.microsoft.com/office/drawing/2014/main" id="{6DDF1592-45E6-9342-AAAE-ED32408165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" y="40239"/>
            <a:ext cx="3317157" cy="1804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7220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23B1A620-1BD7-406E-93F8-B4ADDE65563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5303214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740346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778674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1590392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1733744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650158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3538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11753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4812260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64924306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67200" y="6578600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6885747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43715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1069596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572391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6014497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612019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7672358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4789381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3680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32354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"/>
            <a:ext cx="11074400" cy="7889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31BB66-D9E5-4D65-96C6-AD7733C7E3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 userDrawn="1"/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4EE6CB-3402-447A-B44F-EBD5AD2E09F0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979626160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list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 lIns="91434" tIns="45717" rIns="91434" bIns="45717"/>
          <a:lstStyle>
            <a:lvl1pPr marL="0" indent="0">
              <a:spcAft>
                <a:spcPts val="1067"/>
              </a:spcAft>
              <a:buFont typeface="Arial"/>
              <a:buNone/>
              <a:defRPr sz="32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190478" indent="-190478">
              <a:buFont typeface="Arial"/>
              <a:buChar char="•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988362" indent="-304760"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41271" indent="-215873">
              <a:buFont typeface="Arial"/>
              <a:buChar char="•"/>
              <a:defRPr sz="2400">
                <a:solidFill>
                  <a:schemeClr val="tx1"/>
                </a:solidFill>
                <a:latin typeface="Verdana"/>
                <a:cs typeface="Verdana"/>
              </a:defRPr>
            </a:lvl4pPr>
            <a:lvl5pPr marL="2133333" indent="-304760">
              <a:buFont typeface="Arial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600200"/>
          </a:xfrm>
          <a:prstGeom prst="rect">
            <a:avLst/>
          </a:prstGeom>
        </p:spPr>
        <p:txBody>
          <a:bodyPr vert="horz" lIns="91434" tIns="45717" rIns="91434" bIns="45717" anchor="ctr" anchorCtr="0"/>
          <a:lstStyle>
            <a:lvl1pPr algn="l">
              <a:lnSpc>
                <a:spcPct val="90000"/>
              </a:lnSpc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4" name="Subtitle 2"/>
          <p:cNvSpPr txBox="1">
            <a:spLocks/>
          </p:cNvSpPr>
          <p:nvPr userDrawn="1"/>
        </p:nvSpPr>
        <p:spPr>
          <a:xfrm>
            <a:off x="583477" y="6551084"/>
            <a:ext cx="8534400" cy="306917"/>
          </a:xfrm>
          <a:prstGeom prst="rect">
            <a:avLst/>
          </a:prstGeom>
        </p:spPr>
        <p:txBody>
          <a:bodyPr vert="horz" lIns="121913" tIns="60957" rIns="121913" bIns="60957" rtlCol="0" anchor="ctr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8C8C8E"/>
                </a:solidFill>
                <a:cs typeface="Verdana"/>
              </a:rPr>
              <a:t>Confidential – for internal use only</a:t>
            </a:r>
            <a:endParaRPr lang="en-US" sz="800">
              <a:solidFill>
                <a:srgbClr val="8C8C8E"/>
              </a:solidFill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87593848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9423770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6234868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356888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2069278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4909683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2868643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1625319"/>
            <a:fld id="{FC4EE6CB-3402-447A-B44F-EBD5AD2E09F0}" type="slidenum">
              <a:rPr lang="en-US" smtClean="0"/>
              <a:pPr defTabSz="1625319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67164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3004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16221706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254987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8273894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09699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6196460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371535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8242402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8165888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619766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53783411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0884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88289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04C81FA-00F5-4097-97DD-EED3458BB2FB}" type="datetimeFigureOut">
              <a:rPr lang="en-US" smtClean="0"/>
              <a:t>07/22/2021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340137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04403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252686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1625143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16580346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724697937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96042606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3521418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7152590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1314327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62C2EF-09FC-1B4A-A159-9CAEDD52FA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6521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12874872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6665677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03250084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4B375D7-6529-8549-B0CF-29A1AD2FDE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96667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032191709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DDAFE57-AFBA-B343-833B-734A3F1771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7807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6A92B0DB-A255-7C41-8C93-F27DB3BDD3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65956381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847CEC70-28E4-BA49-9032-5BB6A9601A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61183709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3664188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32071164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D60F486-4A13-014E-810D-D13FDE004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117072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818736AA-93B2-ED4F-A10B-DC8610930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911302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04C81FA-00F5-4097-97DD-EED3458BB2FB}" type="datetimeFigureOut">
              <a:rPr lang="en-US" smtClean="0"/>
              <a:t>07/22/2021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1729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75553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06275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609600" y="4257939"/>
            <a:ext cx="6299200" cy="193357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867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" name="Picture 4" descr="bd_3_rgb_lbg_1_5.png"/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19686" y="5296600"/>
            <a:ext cx="2872316" cy="156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587826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4267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32pt)</a:t>
            </a:r>
          </a:p>
        </p:txBody>
      </p:sp>
      <p:sp>
        <p:nvSpPr>
          <p:cNvPr id="26" name="Rectangle 25"/>
          <p:cNvSpPr/>
          <p:nvPr userDrawn="1"/>
        </p:nvSpPr>
        <p:spPr>
          <a:xfrm>
            <a:off x="0" y="0"/>
            <a:ext cx="12192000" cy="1629749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grpSp>
        <p:nvGrpSpPr>
          <p:cNvPr id="27" name="Group 26"/>
          <p:cNvGrpSpPr/>
          <p:nvPr userDrawn="1"/>
        </p:nvGrpSpPr>
        <p:grpSpPr>
          <a:xfrm flipH="1">
            <a:off x="1" y="482600"/>
            <a:ext cx="12191999" cy="2158728"/>
            <a:chOff x="0" y="1620955"/>
            <a:chExt cx="9143999" cy="1699428"/>
          </a:xfrm>
        </p:grpSpPr>
        <p:sp>
          <p:nvSpPr>
            <p:cNvPr id="28" name="Isosceles Triangle 27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/>
            </a:p>
          </p:txBody>
        </p:sp>
        <p:sp>
          <p:nvSpPr>
            <p:cNvPr id="29" name="Isosceles Triangle 28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/>
            </a:p>
          </p:txBody>
        </p:sp>
      </p:grpSp>
      <p:sp>
        <p:nvSpPr>
          <p:cNvPr id="18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19151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22462239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&#10;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3"/>
            <a:ext cx="693853" cy="597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50813365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&#10;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00816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3"/>
            <a:ext cx="693853" cy="597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8539065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&#10;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93737634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&#10;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4700816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4700816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 txBox="1">
            <a:spLocks/>
          </p:cNvSpPr>
          <p:nvPr userDrawn="1"/>
        </p:nvSpPr>
        <p:spPr>
          <a:xfrm>
            <a:off x="0" y="6151873"/>
            <a:ext cx="693853" cy="597408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600" kern="1200">
                <a:solidFill>
                  <a:srgbClr val="8C8C8E"/>
                </a:solidFill>
                <a:latin typeface="Verdana"/>
                <a:ea typeface="ＭＳ Ｐゴシック" charset="0"/>
                <a:cs typeface="Verdana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fld id="{78EB43C4-7051-7042-93B5-8C0653444BA6}" type="slidenum">
              <a:rPr lang="en-US" sz="800" smtClean="0"/>
              <a:pPr/>
              <a:t>‹#›</a:t>
            </a:fld>
            <a:endParaRPr lang="en-US" sz="80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5047359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&#10;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309635629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&#10;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Slide Number Placeholder 1"/>
          <p:cNvSpPr txBox="1">
            <a:spLocks/>
          </p:cNvSpPr>
          <p:nvPr userDrawn="1"/>
        </p:nvSpPr>
        <p:spPr>
          <a:xfrm>
            <a:off x="0" y="6151873"/>
            <a:ext cx="693853" cy="597408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600" kern="1200">
                <a:solidFill>
                  <a:srgbClr val="8C8C8E"/>
                </a:solidFill>
                <a:latin typeface="Verdana"/>
                <a:ea typeface="ＭＳ Ｐゴシック" charset="0"/>
                <a:cs typeface="Verdana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fld id="{78EB43C4-7051-7042-93B5-8C0653444BA6}" type="slidenum">
              <a:rPr lang="en-US" sz="133" baseline="-25000" smtClean="0"/>
              <a:pPr/>
              <a:t>‹#›</a:t>
            </a:fld>
            <a:endParaRPr lang="en-US" sz="133" baseline="-2500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7163565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&#10;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229600" y="-1"/>
            <a:ext cx="3962400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229600" y="2830514"/>
            <a:ext cx="3962400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664475684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&#10;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229600" y="1"/>
            <a:ext cx="3962400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229600" y="3429001"/>
            <a:ext cx="3962400" cy="3429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 txBox="1">
            <a:spLocks/>
          </p:cNvSpPr>
          <p:nvPr userDrawn="1"/>
        </p:nvSpPr>
        <p:spPr>
          <a:xfrm>
            <a:off x="0" y="6151873"/>
            <a:ext cx="693853" cy="597408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algn="ctr" defTabSz="457200" rtl="0" fontAlgn="base">
              <a:spcBef>
                <a:spcPct val="0"/>
              </a:spcBef>
              <a:spcAft>
                <a:spcPct val="0"/>
              </a:spcAft>
              <a:defRPr sz="600" kern="1200">
                <a:solidFill>
                  <a:srgbClr val="8C8C8E"/>
                </a:solidFill>
                <a:latin typeface="Verdana"/>
                <a:ea typeface="ＭＳ Ｐゴシック" charset="0"/>
                <a:cs typeface="Verdana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fld id="{78EB43C4-7051-7042-93B5-8C0653444BA6}" type="slidenum">
              <a:rPr lang="en-US" sz="133" baseline="-25000" smtClean="0"/>
              <a:pPr/>
              <a:t>‹#›</a:t>
            </a:fld>
            <a:endParaRPr lang="en-US" sz="133" baseline="-2500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14582011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&#10;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6A92B0DB-A255-7C41-8C93-F27DB3BDD3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1" name="Picture 10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41363003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&#10;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" baseline="-25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487650143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" name="Picture 4" descr="bd_3_rgb_lbg_1_5.png"/>
          <p:cNvPicPr>
            <a:picLocks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319686" y="5296600"/>
            <a:ext cx="2872316" cy="1564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" name="Rectangle 23"/>
          <p:cNvSpPr/>
          <p:nvPr userDrawn="1"/>
        </p:nvSpPr>
        <p:spPr>
          <a:xfrm flipH="1">
            <a:off x="0" y="0"/>
            <a:ext cx="12192000" cy="1665288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2400"/>
          </a:p>
        </p:txBody>
      </p:sp>
      <p:sp>
        <p:nvSpPr>
          <p:cNvPr id="25" name="Title 1"/>
          <p:cNvSpPr>
            <a:spLocks noGrp="1"/>
          </p:cNvSpPr>
          <p:nvPr>
            <p:ph type="title"/>
          </p:nvPr>
        </p:nvSpPr>
        <p:spPr>
          <a:xfrm>
            <a:off x="609600" y="2756226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4267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26" name="Group 25"/>
          <p:cNvGrpSpPr/>
          <p:nvPr userDrawn="1"/>
        </p:nvGrpSpPr>
        <p:grpSpPr>
          <a:xfrm>
            <a:off x="1" y="482600"/>
            <a:ext cx="12191999" cy="2158728"/>
            <a:chOff x="0" y="1620955"/>
            <a:chExt cx="9143999" cy="1699428"/>
          </a:xfrm>
        </p:grpSpPr>
        <p:sp>
          <p:nvSpPr>
            <p:cNvPr id="27" name="Isosceles Triangle 26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/>
            </a:p>
          </p:txBody>
        </p:sp>
        <p:sp>
          <p:nvSpPr>
            <p:cNvPr id="28" name="Isosceles Triangle 27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240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5230340"/>
            <a:ext cx="8534400" cy="1195261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  <a:p>
            <a:pPr algn="l" fontAlgn="auto">
              <a:spcAft>
                <a:spcPts val="0"/>
              </a:spcAft>
              <a:defRPr/>
            </a:pP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BD, the BD Logo and [</a:t>
            </a: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insert selected additional brands in alpha order</a:t>
            </a:r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] are trademarks of </a:t>
            </a:r>
            <a:b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</a:br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Becton, Dickinson and Company. © [</a:t>
            </a: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current year</a:t>
            </a:r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] BD and its subsidiaries.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55615902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72128" y="2185416"/>
            <a:ext cx="4303776" cy="2340864"/>
          </a:xfrm>
          <a:prstGeom prst="rect">
            <a:avLst/>
          </a:prstGeom>
        </p:spPr>
      </p:pic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2901479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gray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7331" y="2179819"/>
            <a:ext cx="4303776" cy="2340864"/>
          </a:xfrm>
          <a:prstGeom prst="rect">
            <a:avLst/>
          </a:prstGeom>
          <a:noFill/>
        </p:spPr>
      </p:pic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tx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4500408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28" y="2185416"/>
            <a:ext cx="4303776" cy="234086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549981554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28" y="2185416"/>
            <a:ext cx="4303776" cy="2340864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929819513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dark gray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28" y="2185416"/>
            <a:ext cx="4303776" cy="234086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4138101148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ld slide&#10;(logo on 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2128" y="2185416"/>
            <a:ext cx="4303776" cy="2340864"/>
          </a:xfrm>
          <a:prstGeom prst="rect">
            <a:avLst/>
          </a:prstGeom>
        </p:spPr>
      </p:pic>
      <p:sp>
        <p:nvSpPr>
          <p:cNvPr id="9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6367403"/>
            <a:ext cx="8534400" cy="234088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  <a:endParaRPr lang="en-US" sz="1067" i="0">
              <a:solidFill>
                <a:schemeClr val="bg1"/>
              </a:solidFill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9244793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&#10;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>
                <a:latin typeface="Verdana" charset="0"/>
                <a:ea typeface="Verdana" charset="0"/>
                <a:cs typeface="Verdana" charset="0"/>
              </a:defRPr>
            </a:lvl1pPr>
          </a:lstStyle>
          <a:p>
            <a:pPr>
              <a:defRPr/>
            </a:pPr>
            <a:fld id="{5D60F486-4A13-014E-810D-D13FDE0041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29561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&#10;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818736AA-93B2-ED4F-A10B-DC8610930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05385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851269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C04C81FA-00F5-4097-97DD-EED3458BB2FB}" type="datetimeFigureOut">
              <a:rPr lang="en-US" smtClean="0"/>
              <a:t>07/22/2021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0718C07A-45E9-4FE2-9D13-133E8504A9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925837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1962089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4897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7115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93523505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3190463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23B1A620-1BD7-406E-93F8-B4ADDE65563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25868311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58636385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72106007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760644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28663110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01352470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20320" y="6544603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0847487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189000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37420750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738340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67200" y="6578600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70577675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9486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187535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80691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64430806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240439097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7058739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41367163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503159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11213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1"/>
            <a:ext cx="11074400" cy="7889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31BB66-D9E5-4D65-96C6-AD7733C7E3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 userDrawn="1"/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4EE6CB-3402-447A-B44F-EBD5AD2E09F0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98266423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4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129739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(two lines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515389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4"/>
            <a:ext cx="1814419" cy="99388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 lIns="91428" tIns="45718" rIns="91428" bIns="45718">
            <a:noAutofit/>
          </a:bodyPr>
          <a:lstStyle>
            <a:lvl1pPr marL="292047" indent="-29204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827" indent="-285704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9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419" indent="-228562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227" indent="-228562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350" indent="-228562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1931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93299"/>
            <a:ext cx="10972800" cy="638355"/>
          </a:xfrm>
          <a:prstGeom prst="rect">
            <a:avLst/>
          </a:prstGeom>
        </p:spPr>
        <p:txBody>
          <a:bodyPr vert="horz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498" y="5870965"/>
            <a:ext cx="1814419" cy="993886"/>
          </a:xfrm>
          <a:prstGeom prst="rect">
            <a:avLst/>
          </a:prstGeom>
        </p:spPr>
      </p:pic>
      <p:sp>
        <p:nvSpPr>
          <p:cNvPr id="14" name="Subtitle 2">
            <a:extLst>
              <a:ext uri="{FF2B5EF4-FFF2-40B4-BE49-F238E27FC236}">
                <a16:creationId xmlns:a16="http://schemas.microsoft.com/office/drawing/2014/main" id="{4867AEBD-7D95-A443-90F9-FE7A13797296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18"/>
            <a:ext cx="8534400" cy="206131"/>
          </a:xfrm>
          <a:prstGeom prst="rect">
            <a:avLst/>
          </a:prstGeom>
        </p:spPr>
        <p:txBody>
          <a:bodyPr vert="horz" lIns="91435" tIns="45718" rIns="91435" bIns="45718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D0C4B86-C9FF-794B-885B-BF722C9CD410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09600" y="806570"/>
            <a:ext cx="10972800" cy="52693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None/>
              <a:tabLst/>
              <a:defRPr sz="2000" baseline="0">
                <a:solidFill>
                  <a:schemeClr val="accent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B717E498-99E4-ED4B-B414-9026039227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7850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3971413"/>
          </a:xfrm>
          <a:prstGeom prst="rect">
            <a:avLst/>
          </a:prstGeom>
        </p:spPr>
        <p:txBody>
          <a:bodyPr lIns="121877" tIns="60938" rIns="121877" bIns="60938">
            <a:normAutofit/>
          </a:bodyPr>
          <a:lstStyle>
            <a:lvl1pPr marL="291988" indent="-291988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25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682" indent="-285638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181" indent="-228504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75">
                <a:solidFill>
                  <a:schemeClr val="tx1"/>
                </a:solidFill>
                <a:latin typeface="Verdana"/>
                <a:cs typeface="Verdana"/>
              </a:defRPr>
            </a:lvl3pPr>
            <a:lvl4pPr marL="1486896" indent="-228504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575">
                <a:solidFill>
                  <a:schemeClr val="tx1"/>
                </a:solidFill>
                <a:latin typeface="Verdana"/>
                <a:cs typeface="Verdana"/>
              </a:defRPr>
            </a:lvl4pPr>
            <a:lvl5pPr marL="1943920" indent="-228504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575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lIns="121877" tIns="60938" rIns="121877" bIns="60938" anchor="b" anchorCtr="0">
            <a:normAutofit/>
          </a:bodyPr>
          <a:lstStyle>
            <a:lvl1pPr algn="l">
              <a:defRPr sz="3225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121877" tIns="60938" rIns="121877" bIns="60938" rtlCol="0" anchor="ctr"/>
          <a:lstStyle>
            <a:lvl1pPr algn="ctr">
              <a:defRPr sz="6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457010" fontAlgn="base">
              <a:spcBef>
                <a:spcPct val="0"/>
              </a:spcBef>
              <a:spcAft>
                <a:spcPct val="0"/>
              </a:spcAft>
            </a:pPr>
            <a:fld id="{78EB43C4-7051-7042-93B5-8C0653444BA6}" type="slidenum">
              <a:rPr lang="en-US" smtClean="0">
                <a:ea typeface="ＭＳ Ｐゴシック" charset="0"/>
              </a:rPr>
              <a:pPr defTabSz="45701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0"/>
            </a:endParaRPr>
          </a:p>
        </p:txBody>
      </p:sp>
      <p:sp>
        <p:nvSpPr>
          <p:cNvPr id="11" name="Subtitle 2"/>
          <p:cNvSpPr txBox="1">
            <a:spLocks/>
          </p:cNvSpPr>
          <p:nvPr userDrawn="1"/>
        </p:nvSpPr>
        <p:spPr>
          <a:xfrm>
            <a:off x="595739" y="6301023"/>
            <a:ext cx="8534400" cy="206131"/>
          </a:xfrm>
          <a:prstGeom prst="rect">
            <a:avLst/>
          </a:prstGeom>
        </p:spPr>
        <p:txBody>
          <a:bodyPr vert="horz" lIns="91403" tIns="45702" rIns="91403" bIns="45702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825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5753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693853" y="653343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95890517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609600" y="6371792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5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926674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67200" y="6578600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18533520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23B1A620-1BD7-406E-93F8-B4ADDE65563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090068823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56841623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109F0-266D-46CE-ACA2-CB307D5A0C07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07/22/2021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B182-DEA8-4C62-981A-084AAF87FAD5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106789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Title Slide (High angle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756226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3200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32pt)</a:t>
            </a:r>
          </a:p>
        </p:txBody>
      </p:sp>
      <p:sp>
        <p:nvSpPr>
          <p:cNvPr id="1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6" y="6731290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4426339"/>
            <a:ext cx="6299200" cy="193357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1400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400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400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400">
                <a:latin typeface="Verdana"/>
                <a:cs typeface="Verdana"/>
              </a:defRPr>
            </a:lvl4pPr>
          </a:lstStyle>
          <a:p>
            <a:r>
              <a:rPr lang="en-US"/>
              <a:t>Presenter Name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821793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0" name="Picture 9" descr="bd_3_rgb_lbg_1_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2540" y="5680961"/>
            <a:ext cx="2169459" cy="1173480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644691" y="63121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grpSp>
        <p:nvGrpSpPr>
          <p:cNvPr id="17" name="Group 16"/>
          <p:cNvGrpSpPr/>
          <p:nvPr userDrawn="1"/>
        </p:nvGrpSpPr>
        <p:grpSpPr>
          <a:xfrm flipH="1">
            <a:off x="-1" y="699567"/>
            <a:ext cx="12191999" cy="2053635"/>
            <a:chOff x="0" y="1620955"/>
            <a:chExt cx="9143999" cy="1699428"/>
          </a:xfrm>
        </p:grpSpPr>
        <p:sp>
          <p:nvSpPr>
            <p:cNvPr id="19" name="Isosceles Triangle 18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20" name="Isosceles Triangle 19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211447568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6" name="Picture 5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1787" y="6073540"/>
            <a:ext cx="1470095" cy="786384"/>
          </a:xfrm>
          <a:prstGeom prst="rect">
            <a:avLst/>
          </a:prstGeom>
        </p:spPr>
      </p:pic>
      <p:sp>
        <p:nvSpPr>
          <p:cNvPr id="7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137124275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6" y="6731290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390604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193366" y="1600201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9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2556066738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292100" indent="-2921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938" indent="-28575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8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613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4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688" indent="-22860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Header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6193366" y="1600200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389658669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4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5" name="Picture 4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6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</p:spTree>
    <p:extLst>
      <p:ext uri="{BB962C8B-B14F-4D97-AF65-F5344CB8AC3E}">
        <p14:creationId xmlns:p14="http://schemas.microsoft.com/office/powerpoint/2010/main" val="382317314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976" y="6731290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531614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7739" y="6073540"/>
            <a:ext cx="1914144" cy="786384"/>
          </a:xfrm>
          <a:prstGeom prst="rect">
            <a:avLst/>
          </a:prstGeom>
        </p:spPr>
      </p:pic>
      <p:sp>
        <p:nvSpPr>
          <p:cNvPr id="9" name="Slide Number Placeholder 1"/>
          <p:cNvSpPr txBox="1">
            <a:spLocks/>
          </p:cNvSpPr>
          <p:nvPr userDrawn="1"/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z="600" smtClean="0"/>
              <a:pPr/>
              <a:t>‹#›</a:t>
            </a:fld>
            <a:endParaRPr lang="en-US" sz="600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4080711103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976" y="6731290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200" b="0" i="1" baseline="0">
                <a:latin typeface="Verdana"/>
                <a:cs typeface="Verdana"/>
              </a:defRPr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78210175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36707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Section divider (Verdana 32pt)</a:t>
            </a:r>
          </a:p>
        </p:txBody>
      </p:sp>
      <p:pic>
        <p:nvPicPr>
          <p:cNvPr id="6" name="Picture 5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639" y="6071728"/>
            <a:ext cx="1914144" cy="786384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25202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64926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609600" y="2823882"/>
            <a:ext cx="10972800" cy="28706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000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457200" indent="0">
              <a:buFontTx/>
              <a:buNone/>
              <a:defRPr sz="2000">
                <a:latin typeface="Verdana"/>
                <a:cs typeface="Verdana"/>
              </a:defRPr>
            </a:lvl2pPr>
            <a:lvl3pPr marL="914400" indent="0">
              <a:buFontTx/>
              <a:buNone/>
              <a:defRPr sz="1800">
                <a:latin typeface="Verdana"/>
                <a:cs typeface="Verdana"/>
              </a:defRPr>
            </a:lvl3pPr>
            <a:lvl4pPr marL="1371600" indent="0">
              <a:buFontTx/>
              <a:buNone/>
              <a:defRPr sz="1600">
                <a:latin typeface="Verdana"/>
                <a:cs typeface="Verdana"/>
              </a:defRPr>
            </a:lvl4pPr>
            <a:lvl5pPr marL="1828800" indent="0">
              <a:buFontTx/>
              <a:buNone/>
              <a:defRPr sz="1400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36707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Section divider (Verdana 32pt)</a:t>
            </a:r>
          </a:p>
        </p:txBody>
      </p:sp>
      <p:pic>
        <p:nvPicPr>
          <p:cNvPr id="6" name="Picture 5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4541" y="6071728"/>
            <a:ext cx="1406242" cy="786384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644691" y="6438278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25202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94280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 (High angle posi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609600" y="2756226"/>
            <a:ext cx="10972800" cy="1666649"/>
          </a:xfrm>
          <a:prstGeom prst="rect">
            <a:avLst/>
          </a:prstGeom>
        </p:spPr>
        <p:txBody>
          <a:bodyPr anchor="ctr"/>
          <a:lstStyle>
            <a:lvl1pPr algn="l">
              <a:defRPr sz="3200" baseline="0">
                <a:solidFill>
                  <a:schemeClr val="accent2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32pt)</a:t>
            </a:r>
          </a:p>
        </p:txBody>
      </p:sp>
      <p:sp>
        <p:nvSpPr>
          <p:cNvPr id="9" name="Slide Number Placeholder 1"/>
          <p:cNvSpPr>
            <a:spLocks noGrp="1"/>
          </p:cNvSpPr>
          <p:nvPr userDrawn="1">
            <p:ph type="sldNum" sz="quarter" idx="4"/>
          </p:nvPr>
        </p:nvSpPr>
        <p:spPr>
          <a:xfrm>
            <a:off x="0" y="6247643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Rectangle 4"/>
          <p:cNvSpPr/>
          <p:nvPr userDrawn="1"/>
        </p:nvSpPr>
        <p:spPr>
          <a:xfrm flipH="1">
            <a:off x="0" y="0"/>
            <a:ext cx="12192000" cy="1861754"/>
          </a:xfrm>
          <a:prstGeom prst="rect">
            <a:avLst/>
          </a:prstGeom>
          <a:solidFill>
            <a:srgbClr val="8CC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 descr="bd_3_rgb_lbg_1_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5294" y="5680961"/>
            <a:ext cx="2106706" cy="1173480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644691" y="6312180"/>
            <a:ext cx="8534400" cy="2061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-1" y="699567"/>
            <a:ext cx="12191999" cy="2053635"/>
            <a:chOff x="0" y="1620955"/>
            <a:chExt cx="9143999" cy="1699428"/>
          </a:xfrm>
        </p:grpSpPr>
        <p:sp>
          <p:nvSpPr>
            <p:cNvPr id="12" name="Isosceles Triangle 11"/>
            <p:cNvSpPr/>
            <p:nvPr userDrawn="1"/>
          </p:nvSpPr>
          <p:spPr>
            <a:xfrm rot="5400000" flipH="1">
              <a:off x="1240847" y="1028557"/>
              <a:ext cx="737756" cy="3219450"/>
            </a:xfrm>
            <a:prstGeom prst="triangle">
              <a:avLst/>
            </a:prstGeom>
            <a:solidFill>
              <a:srgbClr val="02397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  <p:sp>
          <p:nvSpPr>
            <p:cNvPr id="13" name="Isosceles Triangle 12"/>
            <p:cNvSpPr/>
            <p:nvPr userDrawn="1"/>
          </p:nvSpPr>
          <p:spPr>
            <a:xfrm rot="16200000" flipH="1">
              <a:off x="4590648" y="-1232969"/>
              <a:ext cx="1699428" cy="7407275"/>
            </a:xfrm>
            <a:prstGeom prst="triangle">
              <a:avLst/>
            </a:prstGeom>
            <a:solidFill>
              <a:schemeClr val="accent2"/>
            </a:solidFill>
            <a:ln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971150554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0" y="6731290"/>
            <a:ext cx="106307" cy="119593"/>
          </a:xfrm>
          <a:prstGeom prst="rect">
            <a:avLst/>
          </a:prstGeom>
        </p:spPr>
        <p:txBody>
          <a:bodyPr/>
          <a:lstStyle>
            <a:lvl1pPr>
              <a:defRPr sz="100" baseline="3000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2629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731290"/>
            <a:ext cx="106307" cy="1195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" baseline="3000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5636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63829193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91380753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7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64644616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79218266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66653459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3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F7CCBC7B-11E5-694E-B39D-A35E99CBDE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601216109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35347261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762C2EF-09FC-1B4A-A159-9CAEDD52FA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1687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150616302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8" y="1600201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</p:spTree>
    <p:extLst>
      <p:ext uri="{BB962C8B-B14F-4D97-AF65-F5344CB8AC3E}">
        <p14:creationId xmlns:p14="http://schemas.microsoft.com/office/powerpoint/2010/main" val="2276725431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48770950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4B375D7-6529-8549-B0CF-29A1AD2FDE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823542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2830514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508633724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699" y="1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699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620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DDAFE57-AFBA-B343-833B-734A3F1771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166220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6A92B0DB-A255-7C41-8C93-F27DB3BDD39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36510908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847CEC70-28E4-BA49-9032-5BB6A9601A7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70751460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52024681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1" y="2736733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 userDrawn="1"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752355035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5D60F486-4A13-014E-810D-D13FDE0041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21618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818736AA-93B2-ED4F-A10B-DC8610930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466589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23B1A620-1BD7-406E-93F8-B4ADDE65563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" y="13014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558858398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8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751873924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8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8" name="Subtitle 2"/>
          <p:cNvSpPr txBox="1">
            <a:spLocks/>
          </p:cNvSpPr>
          <p:nvPr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51777419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15909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4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8805434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4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447418931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20320" y="6544604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34088274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108983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9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2695171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2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9" y="1600202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61705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67200" y="6578601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988976757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234178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700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700" y="2830516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632504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700" y="2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700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877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70" indent="0">
              <a:buFontTx/>
              <a:buNone/>
              <a:defRPr sz="2667">
                <a:latin typeface="Verdana"/>
                <a:cs typeface="Verdana"/>
              </a:defRPr>
            </a:lvl2pPr>
            <a:lvl3pPr marL="1219140" indent="0">
              <a:buFontTx/>
              <a:buNone/>
              <a:defRPr sz="2400">
                <a:latin typeface="Verdana"/>
                <a:cs typeface="Verdana"/>
              </a:defRPr>
            </a:lvl3pPr>
            <a:lvl4pPr marL="1828709" indent="0">
              <a:buFontTx/>
              <a:buNone/>
              <a:defRPr sz="2133">
                <a:latin typeface="Verdana"/>
                <a:cs typeface="Verdana"/>
              </a:defRPr>
            </a:lvl4pPr>
            <a:lvl5pPr marL="2438278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" y="6251577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859858081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70" indent="0">
              <a:buFontTx/>
              <a:buNone/>
              <a:defRPr sz="2667">
                <a:latin typeface="Verdana"/>
                <a:cs typeface="Verdana"/>
              </a:defRPr>
            </a:lvl2pPr>
            <a:lvl3pPr marL="1219140" indent="0">
              <a:buFontTx/>
              <a:buNone/>
              <a:defRPr sz="2400">
                <a:latin typeface="Verdana"/>
                <a:cs typeface="Verdana"/>
              </a:defRPr>
            </a:lvl3pPr>
            <a:lvl4pPr marL="1828709" indent="0">
              <a:buFontTx/>
              <a:buNone/>
              <a:defRPr sz="2133">
                <a:latin typeface="Verdana"/>
                <a:cs typeface="Verdana"/>
              </a:defRPr>
            </a:lvl4pPr>
            <a:lvl5pPr marL="2438278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" y="6251577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5410857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2" y="2736734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984260380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1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2" y="2736734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bg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55628592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199989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46139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"/>
            <a:ext cx="11074400" cy="7889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D31BB66-D9E5-4D65-96C6-AD7733C7E3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lide Number Placeholder 1"/>
          <p:cNvSpPr txBox="1">
            <a:spLocks/>
          </p:cNvSpPr>
          <p:nvPr userDrawn="1"/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121920" tIns="60960" rIns="121920" bIns="6096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600" kern="1200">
                <a:solidFill>
                  <a:srgbClr val="8C8C8E"/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4EE6CB-3402-447A-B44F-EBD5AD2E09F0}" type="slidenum">
              <a:rPr lang="en-US" sz="800" smtClean="0"/>
              <a:pPr/>
              <a:t>‹#›</a:t>
            </a:fld>
            <a:endParaRPr lang="en-US" sz="800"/>
          </a:p>
        </p:txBody>
      </p:sp>
    </p:spTree>
    <p:extLst>
      <p:ext uri="{BB962C8B-B14F-4D97-AF65-F5344CB8AC3E}">
        <p14:creationId xmlns:p14="http://schemas.microsoft.com/office/powerpoint/2010/main" val="1194650751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d_3_rgb_lbg_1_0.png">
            <a:extLst>
              <a:ext uri="{FF2B5EF4-FFF2-40B4-BE49-F238E27FC236}">
                <a16:creationId xmlns:a16="http://schemas.microsoft.com/office/drawing/2014/main" id="{2666E604-4420-314C-83B3-DD81C76DE1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A6F037E4-3989-5845-B6D0-6FCC7FCED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1476A752-15BC-F347-9065-0B1A0D85E8BD}"/>
              </a:ext>
            </a:extLst>
          </p:cNvPr>
          <p:cNvSpPr txBox="1">
            <a:spLocks/>
          </p:cNvSpPr>
          <p:nvPr userDrawn="1"/>
        </p:nvSpPr>
        <p:spPr>
          <a:xfrm>
            <a:off x="121437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UCC NPD Review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339E173A-4FED-BF40-BDC5-64616B1F0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4412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93301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 lIns="91428" tIns="45718" rIns="91428" bIns="45718">
            <a:noAutofit/>
          </a:bodyPr>
          <a:lstStyle>
            <a:lvl1pPr marL="292039" indent="-292039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811" indent="-28569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9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391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189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302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A1765605-811A-624E-8003-9016112D34A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6604F1AF-E94B-ED41-9EEA-2737E0453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79478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(two lines)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515389"/>
            <a:ext cx="10972800" cy="638355"/>
          </a:xfrm>
          <a:prstGeom prst="rect">
            <a:avLst/>
          </a:prstGeom>
        </p:spPr>
        <p:txBody>
          <a:bodyPr vert="horz" lIns="91428" tIns="45718" rIns="91428" bIns="45718" anchor="ctr" anchorCtr="0">
            <a:noAutofit/>
          </a:bodyPr>
          <a:lstStyle>
            <a:lvl1pPr algn="l">
              <a:lnSpc>
                <a:spcPct val="90000"/>
              </a:lnSpc>
              <a:defRPr sz="3200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3" name="Picture 12" descr="bd_3_rgb_lbg_1_0.png">
            <a:extLst>
              <a:ext uri="{FF2B5EF4-FFF2-40B4-BE49-F238E27FC236}">
                <a16:creationId xmlns:a16="http://schemas.microsoft.com/office/drawing/2014/main" id="{3CBECD47-7ECA-8D49-BE53-C3A26A72E5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9501" y="5870975"/>
            <a:ext cx="1814419" cy="99388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CC29C7C-5D05-6744-A3FA-F72DC9241A0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" y="1600200"/>
            <a:ext cx="10972800" cy="3962400"/>
          </a:xfrm>
          <a:prstGeom prst="rect">
            <a:avLst/>
          </a:prstGeom>
        </p:spPr>
        <p:txBody>
          <a:bodyPr lIns="91428" tIns="45718" rIns="91428" bIns="45718">
            <a:noAutofit/>
          </a:bodyPr>
          <a:lstStyle>
            <a:lvl1pPr marL="292039" indent="-292039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tabLst/>
              <a:defRPr sz="2000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642811" indent="-28569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900">
                <a:solidFill>
                  <a:schemeClr val="tx1"/>
                </a:solidFill>
                <a:latin typeface="Verdana"/>
                <a:cs typeface="Verdana"/>
              </a:defRPr>
            </a:lvl2pPr>
            <a:lvl3pPr marL="1090391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3pPr>
            <a:lvl4pPr marL="1487189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Lucida Grande"/>
              <a:buChar char="–"/>
              <a:defRPr sz="1600">
                <a:solidFill>
                  <a:schemeClr val="tx1"/>
                </a:solidFill>
                <a:latin typeface="Verdana"/>
                <a:cs typeface="Verdana"/>
              </a:defRPr>
            </a:lvl4pPr>
            <a:lvl5pPr marL="1944302" indent="-228557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600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E9AB5A08-3BEB-B44A-8B3A-9781EC887279}"/>
              </a:ext>
            </a:extLst>
          </p:cNvPr>
          <p:cNvSpPr txBox="1">
            <a:spLocks/>
          </p:cNvSpPr>
          <p:nvPr userDrawn="1"/>
        </p:nvSpPr>
        <p:spPr>
          <a:xfrm>
            <a:off x="1630019" y="6301021"/>
            <a:ext cx="8534400" cy="206131"/>
          </a:xfrm>
          <a:prstGeom prst="rect">
            <a:avLst/>
          </a:prstGeom>
        </p:spPr>
        <p:txBody>
          <a:bodyPr vert="horz" lIns="91423" tIns="45719" rIns="91423" bIns="45719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BF8EC1A8-D93D-2644-8E1E-E7207949E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09360" y="6113375"/>
            <a:ext cx="693853" cy="598860"/>
          </a:xfrm>
          <a:prstGeom prst="rect">
            <a:avLst/>
          </a:prstGeom>
        </p:spPr>
        <p:txBody>
          <a:bodyPr vert="horz" lIns="91428" tIns="45718" rIns="91428" bIns="45718" rtlCol="0" anchor="ctr"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cs typeface="Verdana"/>
              </a:defRPr>
            </a:lvl1pPr>
          </a:lstStyle>
          <a:p>
            <a:fld id="{78EB43C4-7051-7042-93B5-8C0653444B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89019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57" indent="-389457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29" indent="-380990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114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68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853" indent="-304792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12" name="Picture 11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693853" y="653343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8683501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609600" y="6371792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5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202382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bd_3_rgb_l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/>
        </p:nvSpPr>
        <p:spPr>
          <a:xfrm>
            <a:off x="4267200" y="6578600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438090300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2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/>
              <a:t>Presenter name</a:t>
            </a:r>
          </a:p>
          <a:p>
            <a:pPr lvl="0"/>
            <a:r>
              <a:rPr lang="en-US"/>
              <a:t>Title (Verdana 16 </a:t>
            </a:r>
            <a:r>
              <a:rPr lang="en-US" err="1"/>
              <a:t>pt</a:t>
            </a:r>
            <a:r>
              <a:rPr lang="en-US"/>
              <a:t>)</a:t>
            </a:r>
          </a:p>
          <a:p>
            <a:pPr lvl="0"/>
            <a:r>
              <a:rPr lang="en-US"/>
              <a:t>Business or department</a:t>
            </a:r>
          </a:p>
          <a:p>
            <a:pPr lvl="0"/>
            <a:endParaRPr lang="en-US"/>
          </a:p>
          <a:p>
            <a:pPr lvl="0"/>
            <a:r>
              <a:rPr lang="en-US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2" y="6731000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23B1A620-1BD7-406E-93F8-B4ADDE65563A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Title (Verdana 48 </a:t>
            </a:r>
            <a:r>
              <a:rPr lang="en-US" err="1"/>
              <a:t>pt</a:t>
            </a:r>
            <a:r>
              <a:rPr lang="en-US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3" y="13013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/>
        </p:nvSpPr>
        <p:spPr>
          <a:xfrm>
            <a:off x="163001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144788098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85" indent="0">
              <a:buFontTx/>
              <a:buNone/>
              <a:defRPr sz="2667">
                <a:latin typeface="Verdana"/>
                <a:cs typeface="Verdana"/>
              </a:defRPr>
            </a:lvl2pPr>
            <a:lvl3pPr marL="1219170" indent="0">
              <a:buFontTx/>
              <a:buNone/>
              <a:defRPr sz="2400">
                <a:latin typeface="Verdana"/>
                <a:cs typeface="Verdana"/>
              </a:defRPr>
            </a:lvl3pPr>
            <a:lvl4pPr marL="1828754" indent="0">
              <a:buFontTx/>
              <a:buNone/>
              <a:defRPr sz="2133">
                <a:latin typeface="Verdana"/>
                <a:cs typeface="Verdana"/>
              </a:defRPr>
            </a:lvl4pPr>
            <a:lvl5pPr marL="2438339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8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0" y="6251576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bd_1bw_rgb_dbg_1_0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/>
        </p:nvSpPr>
        <p:spPr>
          <a:xfrm>
            <a:off x="595739" y="6301016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067" i="1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957022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FFFFFF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pic>
        <p:nvPicPr>
          <p:cNvPr id="15" name="Picture 14" descr="bd_3_rgb_l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25" y="13014"/>
            <a:ext cx="3312465" cy="1801681"/>
          </a:xfrm>
          <a:prstGeom prst="rect">
            <a:avLst/>
          </a:prstGeom>
        </p:spPr>
      </p:pic>
      <p:sp>
        <p:nvSpPr>
          <p:cNvPr id="16" name="Subtitle 2"/>
          <p:cNvSpPr txBox="1">
            <a:spLocks/>
          </p:cNvSpPr>
          <p:nvPr userDrawn="1"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73937166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8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004593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004593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0060135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1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64" y="10898"/>
            <a:ext cx="3317157" cy="1804233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1597153" y="3913748"/>
            <a:ext cx="8567267" cy="2331157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F27707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27707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1597152" y="1814693"/>
            <a:ext cx="9826752" cy="174345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8" name="Subtitle 2"/>
          <p:cNvSpPr txBox="1">
            <a:spLocks/>
          </p:cNvSpPr>
          <p:nvPr userDrawn="1"/>
        </p:nvSpPr>
        <p:spPr>
          <a:xfrm>
            <a:off x="163001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629571096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77488"/>
            <a:ext cx="10972800" cy="2528368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FFFFFF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pic>
        <p:nvPicPr>
          <p:cNvPr id="7" name="Picture 6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37451858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4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rgbClr val="004593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/>
              <a:pPr defTabSz="609570">
                <a:defRPr/>
              </a:pPr>
              <a:t>‹#›</a:t>
            </a:fld>
            <a:endParaRPr lang="en-US" dirty="0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12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687842506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Design 2)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d_1bw_rgb_d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3182114"/>
            <a:ext cx="10972800" cy="2535935"/>
          </a:xfrm>
          <a:prstGeom prst="rect">
            <a:avLst/>
          </a:prstGeom>
        </p:spPr>
        <p:txBody>
          <a:bodyPr vert="horz"/>
          <a:lstStyle>
            <a:lvl1pPr marL="0" indent="0">
              <a:buFont typeface="+mj-lt"/>
              <a:buNone/>
              <a:defRPr sz="2133">
                <a:solidFill>
                  <a:schemeClr val="bg1"/>
                </a:solidFill>
                <a:latin typeface="Verdana"/>
                <a:cs typeface="Verdana"/>
              </a:defRPr>
            </a:lvl1pPr>
            <a:lvl2pPr marL="0" indent="0">
              <a:buFont typeface="+mj-lt"/>
              <a:buNone/>
              <a:defRPr sz="1867">
                <a:latin typeface="Verdana"/>
                <a:cs typeface="Verdana"/>
              </a:defRPr>
            </a:lvl2pPr>
            <a:lvl3pPr marL="0" indent="0">
              <a:buFont typeface="+mj-lt"/>
              <a:buNone/>
              <a:defRPr sz="1867">
                <a:latin typeface="Verdana"/>
                <a:cs typeface="Verdana"/>
              </a:defRPr>
            </a:lvl3pPr>
            <a:lvl4pPr marL="0" indent="0">
              <a:buFont typeface="+mj-lt"/>
              <a:buNone/>
              <a:defRPr sz="1867">
                <a:latin typeface="Verdana"/>
                <a:cs typeface="Verdana"/>
              </a:defRPr>
            </a:lvl4pPr>
          </a:lstStyle>
          <a:p>
            <a:pPr lvl="0"/>
            <a:r>
              <a:rPr lang="en-US" dirty="0"/>
              <a:t>Presenter name</a:t>
            </a:r>
          </a:p>
          <a:p>
            <a:pPr lvl="0"/>
            <a:r>
              <a:rPr lang="en-US" dirty="0"/>
              <a:t>Title (Verdana 16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Business or department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Month date, year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267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F27707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27707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41248"/>
            <a:ext cx="10972800" cy="1670304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Title (Verdana 48 </a:t>
            </a:r>
            <a:r>
              <a:rPr lang="en-US" dirty="0" err="1"/>
              <a:t>pt</a:t>
            </a:r>
            <a:r>
              <a:rPr lang="en-US" dirty="0"/>
              <a:t>)</a:t>
            </a:r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8923191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3971413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609570"/>
            <a:fld id="{78EB43C4-7051-7042-93B5-8C0653444BA6}" type="slidenum">
              <a:rPr lang="en-US" smtClean="0"/>
              <a:pPr defTabSz="609570"/>
              <a:t>‹#›</a:t>
            </a:fld>
            <a:endParaRPr lang="en-US" dirty="0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03842101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2"/>
            <a:ext cx="10972800" cy="5075905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65621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09570">
              <a:defRPr/>
            </a:pPr>
            <a:fld id="{2762C2EF-09FC-1B4A-A159-9CAEDD52FA70}" type="slidenum">
              <a:rPr lang="en-US" smtClean="0">
                <a:solidFill>
                  <a:srgbClr val="FFFFFF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3748620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0"/>
            <a:ext cx="5387867" cy="4094317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9" y="1600200"/>
            <a:ext cx="5389033" cy="4094317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609570"/>
            <a:fld id="{78EB43C4-7051-7042-93B5-8C0653444BA6}" type="slidenum">
              <a:rPr lang="en-US" smtClean="0"/>
              <a:pPr defTabSz="609570"/>
              <a:t>‹#›</a:t>
            </a:fld>
            <a:endParaRPr lang="en-US" dirty="0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11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550260317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 list with image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00202"/>
            <a:ext cx="5387867" cy="5040628"/>
          </a:xfrm>
          <a:prstGeom prst="rect">
            <a:avLst/>
          </a:prstGeom>
        </p:spPr>
        <p:txBody>
          <a:bodyPr>
            <a:normAutofit/>
          </a:bodyPr>
          <a:lstStyle>
            <a:lvl1pPr marL="389448" indent="-389448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tabLst/>
              <a:defRPr sz="2667" baseline="0">
                <a:solidFill>
                  <a:schemeClr val="tx1"/>
                </a:solidFill>
                <a:latin typeface="Verdana"/>
                <a:cs typeface="Verdana"/>
              </a:defRPr>
            </a:lvl1pPr>
            <a:lvl2pPr marL="857208" indent="-380981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400">
                <a:solidFill>
                  <a:schemeClr val="tx1"/>
                </a:solidFill>
                <a:latin typeface="Verdana"/>
                <a:cs typeface="Verdana"/>
              </a:defRPr>
            </a:lvl2pPr>
            <a:lvl3pPr marL="145407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3pPr>
            <a:lvl4pPr marL="1983218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Lucida Grande"/>
              <a:buChar char="–"/>
              <a:defRPr sz="2133">
                <a:solidFill>
                  <a:schemeClr val="tx1"/>
                </a:solidFill>
                <a:latin typeface="Verdana"/>
                <a:cs typeface="Verdana"/>
              </a:defRPr>
            </a:lvl4pPr>
            <a:lvl5pPr marL="2592789" indent="-304784">
              <a:lnSpc>
                <a:spcPct val="112000"/>
              </a:lnSpc>
              <a:spcBef>
                <a:spcPts val="800"/>
              </a:spcBef>
              <a:spcAft>
                <a:spcPts val="0"/>
              </a:spcAft>
              <a:buFont typeface="Arial"/>
              <a:buChar char="•"/>
              <a:defRPr sz="2133">
                <a:solidFill>
                  <a:schemeClr val="tx1"/>
                </a:solidFill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335024"/>
          </a:xfrm>
          <a:prstGeom prst="rect">
            <a:avLst/>
          </a:prstGeom>
        </p:spPr>
        <p:txBody>
          <a:bodyPr vert="horz" anchor="b" anchorCtr="0">
            <a:normAutofit/>
          </a:bodyPr>
          <a:lstStyle>
            <a:lvl1pPr algn="l">
              <a:defRPr sz="4267">
                <a:solidFill>
                  <a:schemeClr val="accent1"/>
                </a:solidFill>
                <a:latin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6193369" y="1600202"/>
            <a:ext cx="5389033" cy="5040628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8982488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121920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609570"/>
            <a:fld id="{78EB43C4-7051-7042-93B5-8C0653444BA6}" type="slidenum">
              <a:rPr lang="en-US" smtClean="0"/>
              <a:pPr defTabSz="609570"/>
              <a:t>‹#›</a:t>
            </a:fld>
            <a:endParaRPr lang="en-US" dirty="0"/>
          </a:p>
        </p:txBody>
      </p:sp>
      <p:pic>
        <p:nvPicPr>
          <p:cNvPr id="8" name="Picture 7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7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842231472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1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65621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09570">
              <a:defRPr/>
            </a:pPr>
            <a:fld id="{B4B375D7-6529-8549-B0CF-29A1AD2FDEB6}" type="slidenum">
              <a:rPr lang="en-US" smtClean="0">
                <a:solidFill>
                  <a:srgbClr val="FFFFFF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080725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700" y="-1"/>
            <a:ext cx="4020301" cy="288036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700" y="2830516"/>
            <a:ext cx="4020301" cy="283051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2"/>
            <a:ext cx="8229600" cy="56610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1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pPr defTabSz="609570"/>
            <a:fld id="{78EB43C4-7051-7042-93B5-8C0653444BA6}" type="slidenum">
              <a:rPr lang="en-US" smtClean="0"/>
              <a:pPr defTabSz="609570"/>
              <a:t>‹#›</a:t>
            </a:fld>
            <a:endParaRPr lang="en-US" dirty="0"/>
          </a:p>
        </p:txBody>
      </p:sp>
      <p:pic>
        <p:nvPicPr>
          <p:cNvPr id="12" name="Picture 11" descr="bd_3_rgb_l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300" y="5814389"/>
            <a:ext cx="1914144" cy="1048512"/>
          </a:xfrm>
          <a:prstGeom prst="rect">
            <a:avLst/>
          </a:prstGeom>
        </p:spPr>
      </p:pic>
      <p:sp>
        <p:nvSpPr>
          <p:cNvPr id="9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404041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918299798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layout 2 (without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8171700" y="2"/>
            <a:ext cx="4020301" cy="342900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7" name="Picture Placeholder 9"/>
          <p:cNvSpPr>
            <a:spLocks noGrp="1"/>
          </p:cNvSpPr>
          <p:nvPr>
            <p:ph type="pic" sz="quarter" idx="12"/>
          </p:nvPr>
        </p:nvSpPr>
        <p:spPr>
          <a:xfrm>
            <a:off x="8171700" y="3429000"/>
            <a:ext cx="4020301" cy="3474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3" name="Picture Placeholder 9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8229600" cy="690372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1600" b="0" i="1" baseline="0">
                <a:latin typeface="Verdana"/>
                <a:cs typeface="Verdana"/>
              </a:defRPr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3"/>
          </p:nvPr>
        </p:nvSpPr>
        <p:spPr>
          <a:xfrm>
            <a:off x="65621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defTabSz="609570">
              <a:defRPr/>
            </a:pPr>
            <a:fld id="{1DDAFE57-AFBA-B343-833B-734A3F1771AE}" type="slidenum">
              <a:rPr lang="en-US" smtClean="0">
                <a:solidFill>
                  <a:srgbClr val="FFFFFF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947950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Orange)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70" indent="0">
              <a:buFontTx/>
              <a:buNone/>
              <a:defRPr sz="2667">
                <a:latin typeface="Verdana"/>
                <a:cs typeface="Verdana"/>
              </a:defRPr>
            </a:lvl2pPr>
            <a:lvl3pPr marL="1219140" indent="0">
              <a:buFontTx/>
              <a:buNone/>
              <a:defRPr sz="2400">
                <a:latin typeface="Verdana"/>
                <a:cs typeface="Verdana"/>
              </a:defRPr>
            </a:lvl3pPr>
            <a:lvl4pPr marL="1828709" indent="0">
              <a:buFontTx/>
              <a:buNone/>
              <a:defRPr sz="2133">
                <a:latin typeface="Verdana"/>
                <a:cs typeface="Verdana"/>
              </a:defRPr>
            </a:lvl4pPr>
            <a:lvl5pPr marL="2438278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" y="6251577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6A92B0DB-A255-7C41-8C93-F27DB3BDD39D}" type="slidenum">
              <a:rPr lang="en-US" smtClean="0">
                <a:solidFill>
                  <a:srgbClr val="F27707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27707"/>
              </a:solidFill>
            </a:endParaRPr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334661235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(Blue)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/>
          <p:cNvSpPr>
            <a:spLocks noGrp="1"/>
          </p:cNvSpPr>
          <p:nvPr>
            <p:ph idx="10"/>
          </p:nvPr>
        </p:nvSpPr>
        <p:spPr>
          <a:xfrm>
            <a:off x="609600" y="2823881"/>
            <a:ext cx="10972800" cy="28706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2667" baseline="0">
                <a:solidFill>
                  <a:srgbClr val="FFFFFF"/>
                </a:solidFill>
                <a:latin typeface="Verdana"/>
                <a:cs typeface="Verdana"/>
              </a:defRPr>
            </a:lvl1pPr>
            <a:lvl2pPr marL="609570" indent="0">
              <a:buFontTx/>
              <a:buNone/>
              <a:defRPr sz="2667">
                <a:latin typeface="Verdana"/>
                <a:cs typeface="Verdana"/>
              </a:defRPr>
            </a:lvl2pPr>
            <a:lvl3pPr marL="1219140" indent="0">
              <a:buFontTx/>
              <a:buNone/>
              <a:defRPr sz="2400">
                <a:latin typeface="Verdana"/>
                <a:cs typeface="Verdana"/>
              </a:defRPr>
            </a:lvl3pPr>
            <a:lvl4pPr marL="1828709" indent="0">
              <a:buFontTx/>
              <a:buNone/>
              <a:defRPr sz="2133">
                <a:latin typeface="Verdana"/>
                <a:cs typeface="Verdana"/>
              </a:defRPr>
            </a:lvl4pPr>
            <a:lvl5pPr marL="2438278" indent="0">
              <a:buFontTx/>
              <a:buNone/>
              <a:defRPr sz="1867">
                <a:latin typeface="Verdana"/>
                <a:cs typeface="Verdana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836709"/>
            <a:ext cx="10972800" cy="166664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267" baseline="0">
                <a:solidFill>
                  <a:srgbClr val="FFFFFF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11"/>
          </p:nvPr>
        </p:nvSpPr>
        <p:spPr>
          <a:xfrm>
            <a:off x="1" y="6251577"/>
            <a:ext cx="694267" cy="600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847CEC70-28E4-BA49-9032-5BB6A9601A73}" type="slidenum">
              <a:rPr lang="en-US" smtClean="0">
                <a:solidFill>
                  <a:srgbClr val="004593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004593"/>
              </a:solidFill>
            </a:endParaRPr>
          </a:p>
        </p:txBody>
      </p:sp>
      <p:pic>
        <p:nvPicPr>
          <p:cNvPr id="9" name="Picture 8" descr="bd_1bw_rgb_dbg_1_0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2612" y="5811316"/>
            <a:ext cx="1914144" cy="1048512"/>
          </a:xfrm>
          <a:prstGeom prst="rect">
            <a:avLst/>
          </a:prstGeom>
        </p:spPr>
      </p:pic>
      <p:sp>
        <p:nvSpPr>
          <p:cNvPr id="10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851518315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Closing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1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2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ACB90B10-4806-5F4F-9322-F1C82FE0D257}" type="slidenum">
              <a:rPr lang="en-US" smtClean="0">
                <a:solidFill>
                  <a:srgbClr val="004593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004593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2" y="2736734"/>
            <a:ext cx="3233491" cy="1758727"/>
          </a:xfrm>
          <a:prstGeom prst="rect">
            <a:avLst/>
          </a:prstGeom>
        </p:spPr>
      </p:pic>
      <p:sp>
        <p:nvSpPr>
          <p:cNvPr id="13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449317524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Closing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1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accent1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ACB90B10-4806-5F4F-9322-F1C82FE0D257}" type="slidenum">
              <a:rPr lang="en-US" smtClean="0">
                <a:solidFill>
                  <a:srgbClr val="F27707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F27707"/>
              </a:solidFill>
            </a:endParaRPr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560832" y="0"/>
            <a:ext cx="6144768" cy="6864096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Closing</a:t>
            </a:r>
          </a:p>
        </p:txBody>
      </p:sp>
      <p:pic>
        <p:nvPicPr>
          <p:cNvPr id="11" name="Picture 10" descr="bd_1bw_rgb_dbg_2_25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2552" y="2736734"/>
            <a:ext cx="3233491" cy="1758727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 userDrawn="1"/>
        </p:nvSpPr>
        <p:spPr>
          <a:xfrm>
            <a:off x="595739" y="6301017"/>
            <a:ext cx="8534400" cy="206131"/>
          </a:xfrm>
          <a:prstGeom prst="rect">
            <a:avLst/>
          </a:prstGeom>
        </p:spPr>
        <p:txBody>
          <a:bodyPr vert="horz" lIns="121913" tIns="60957" rIns="121913" bIns="60957" rtlCol="0">
            <a:no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base">
              <a:spcAft>
                <a:spcPct val="0"/>
              </a:spcAft>
            </a:pPr>
            <a:r>
              <a:rPr lang="en-US" sz="1067" i="1" dirty="0">
                <a:solidFill>
                  <a:srgbClr val="FFFFFF"/>
                </a:solidFill>
                <a:latin typeface="Verdana"/>
                <a:cs typeface="Verdana"/>
              </a:rPr>
              <a:t>Confidential—For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274127484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  <a:cs typeface="+mn-cs"/>
              </a:defRPr>
            </a:lvl1pPr>
          </a:lstStyle>
          <a:p>
            <a:pPr defTabSz="609570">
              <a:defRPr/>
            </a:pPr>
            <a:fld id="{5D60F486-4A13-014E-810D-D13FDE004100}" type="slidenum">
              <a:rPr lang="en-US" smtClean="0">
                <a:solidFill>
                  <a:srgbClr val="404041"/>
                </a:solidFill>
              </a:rPr>
              <a:pPr defTabSz="609570">
                <a:defRPr/>
              </a:pPr>
              <a:t>‹#›</a:t>
            </a:fld>
            <a:endParaRPr lang="en-US" dirty="0">
              <a:solidFill>
                <a:srgbClr val="40404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6574734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 (Black)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4" y="6731001"/>
            <a:ext cx="105833" cy="12065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rgbClr val="000000"/>
                </a:solidFill>
                <a:latin typeface="Verdana"/>
                <a:ea typeface="+mn-ea"/>
                <a:cs typeface="Verdana"/>
              </a:defRPr>
            </a:lvl1pPr>
          </a:lstStyle>
          <a:p>
            <a:pPr defTabSz="609570">
              <a:defRPr/>
            </a:pPr>
            <a:fld id="{818736AA-93B2-ED4F-A10B-DC8610930CB0}" type="slidenum">
              <a:rPr lang="en-US" smtClean="0"/>
              <a:pPr defTabSz="609570"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8433730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1"/>
          <p:cNvSpPr>
            <a:spLocks noGrp="1"/>
          </p:cNvSpPr>
          <p:nvPr userDrawn="1">
            <p:ph type="sldNum" sz="quarter" idx="10"/>
          </p:nvPr>
        </p:nvSpPr>
        <p:spPr>
          <a:xfrm>
            <a:off x="0" y="6248400"/>
            <a:ext cx="694267" cy="5984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33" baseline="30000" smtClean="0">
                <a:solidFill>
                  <a:schemeClr val="bg1"/>
                </a:solidFill>
                <a:latin typeface="Verdana"/>
                <a:ea typeface="+mn-ea"/>
                <a:cs typeface="Verdana"/>
              </a:defRPr>
            </a:lvl1pPr>
          </a:lstStyle>
          <a:p>
            <a:pPr>
              <a:defRPr/>
            </a:pPr>
            <a:fld id="{ACB90B10-4806-5F4F-9322-F1C82FE0D25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5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0"/>
            <a:ext cx="6827520" cy="6827520"/>
          </a:xfrm>
          <a:prstGeom prst="rect">
            <a:avLst/>
          </a:prstGeom>
        </p:spPr>
        <p:txBody>
          <a:bodyPr anchor="ctr"/>
          <a:lstStyle>
            <a:lvl1pPr algn="l">
              <a:defRPr sz="6400" baseline="0">
                <a:solidFill>
                  <a:schemeClr val="accent1"/>
                </a:solidFill>
                <a:latin typeface="Verdana"/>
                <a:cs typeface="Verdana"/>
              </a:defRPr>
            </a:lvl1pPr>
          </a:lstStyle>
          <a:p>
            <a:r>
              <a:rPr lang="en-US" dirty="0"/>
              <a:t>Closing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7E123F6-4FDC-F342-BC49-FDBB2512C955}"/>
              </a:ext>
            </a:extLst>
          </p:cNvPr>
          <p:cNvSpPr txBox="1">
            <a:spLocks/>
          </p:cNvSpPr>
          <p:nvPr userDrawn="1"/>
        </p:nvSpPr>
        <p:spPr>
          <a:xfrm>
            <a:off x="602864" y="5230340"/>
            <a:ext cx="8534400" cy="1195261"/>
          </a:xfrm>
          <a:prstGeom prst="rect">
            <a:avLst/>
          </a:prstGeom>
        </p:spPr>
        <p:txBody>
          <a:bodyPr anchor="b" anchorCtr="0"/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l" defTabSz="60958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067" i="1" dirty="0">
                <a:solidFill>
                  <a:schemeClr val="tx1"/>
                </a:solidFill>
                <a:latin typeface="Verdana"/>
                <a:cs typeface="Verdana"/>
              </a:rPr>
              <a:t>Confidential—For Internal Use Only</a:t>
            </a:r>
          </a:p>
          <a:p>
            <a:pPr algn="l" fontAlgn="auto">
              <a:spcAft>
                <a:spcPts val="0"/>
              </a:spcAft>
              <a:defRPr/>
            </a:pPr>
            <a:endParaRPr lang="en-US" sz="1067" i="0" dirty="0">
              <a:solidFill>
                <a:schemeClr val="tx1"/>
              </a:solidFill>
              <a:latin typeface="Verdana"/>
              <a:cs typeface="Verdana"/>
            </a:endParaRPr>
          </a:p>
          <a:p>
            <a:pPr algn="l" fontAlgn="auto">
              <a:spcAft>
                <a:spcPts val="0"/>
              </a:spcAft>
              <a:defRPr/>
            </a:pPr>
            <a:r>
              <a:rPr lang="en-US" sz="1067" i="0" dirty="0">
                <a:solidFill>
                  <a:schemeClr val="tx1"/>
                </a:solidFill>
                <a:latin typeface="Verdana"/>
                <a:cs typeface="Verdana"/>
              </a:rPr>
              <a:t>BD, the BD Logo are trademarks of</a:t>
            </a:r>
            <a:r>
              <a:rPr lang="en-US" sz="1067" i="0" baseline="0" dirty="0">
                <a:solidFill>
                  <a:schemeClr val="tx1"/>
                </a:solidFill>
                <a:latin typeface="Verdana"/>
                <a:cs typeface="Verdana"/>
              </a:rPr>
              <a:t> </a:t>
            </a:r>
            <a:r>
              <a:rPr lang="en-US" sz="1067" i="0" dirty="0">
                <a:solidFill>
                  <a:schemeClr val="tx1"/>
                </a:solidFill>
                <a:latin typeface="Verdana"/>
                <a:cs typeface="Verdana"/>
              </a:rPr>
              <a:t>Becton, Dickinson and Company. © </a:t>
            </a:r>
            <a:r>
              <a:rPr lang="en-US" sz="1067" i="1" dirty="0">
                <a:solidFill>
                  <a:schemeClr val="tx1"/>
                </a:solidFill>
                <a:latin typeface="Verdana"/>
                <a:cs typeface="Verdana"/>
              </a:rPr>
              <a:t>2020</a:t>
            </a:r>
            <a:r>
              <a:rPr lang="en-US" sz="1067" i="0" dirty="0">
                <a:solidFill>
                  <a:schemeClr val="tx1"/>
                </a:solidFill>
                <a:latin typeface="Verdana"/>
                <a:cs typeface="Verdana"/>
              </a:rPr>
              <a:t> BD and its subsidiaries. All rights reserved.</a:t>
            </a:r>
          </a:p>
        </p:txBody>
      </p:sp>
      <p:pic>
        <p:nvPicPr>
          <p:cNvPr id="12" name="Picture 11" descr="bd_3_rgb_lbg_2_25.png">
            <a:extLst>
              <a:ext uri="{FF2B5EF4-FFF2-40B4-BE49-F238E27FC236}">
                <a16:creationId xmlns:a16="http://schemas.microsoft.com/office/drawing/2014/main" id="{DB101381-1905-6342-884B-66878830E6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9254" y="2737465"/>
            <a:ext cx="3216789" cy="174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047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48.xml"/><Relationship Id="rId21" Type="http://schemas.openxmlformats.org/officeDocument/2006/relationships/slideLayout" Target="../slideLayouts/slideLayout66.xml"/><Relationship Id="rId7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62.xml"/><Relationship Id="rId2" Type="http://schemas.openxmlformats.org/officeDocument/2006/relationships/slideLayout" Target="../slideLayouts/slideLayout47.xml"/><Relationship Id="rId16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5.xml"/><Relationship Id="rId1" Type="http://schemas.openxmlformats.org/officeDocument/2006/relationships/slideLayout" Target="../slideLayouts/slideLayout46.xml"/><Relationship Id="rId6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0.xml"/><Relationship Id="rId15" Type="http://schemas.openxmlformats.org/officeDocument/2006/relationships/slideLayout" Target="../slideLayouts/slideLayout60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55.xml"/><Relationship Id="rId19" Type="http://schemas.openxmlformats.org/officeDocument/2006/relationships/slideLayout" Target="../slideLayouts/slideLayout64.xml"/><Relationship Id="rId4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9.xml"/><Relationship Id="rId22" Type="http://schemas.openxmlformats.org/officeDocument/2006/relationships/slideLayout" Target="../slideLayouts/slideLayout6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5.xml"/><Relationship Id="rId13" Type="http://schemas.openxmlformats.org/officeDocument/2006/relationships/slideLayout" Target="../slideLayouts/slideLayout80.xml"/><Relationship Id="rId18" Type="http://schemas.openxmlformats.org/officeDocument/2006/relationships/slideLayout" Target="../slideLayouts/slideLayout85.xml"/><Relationship Id="rId3" Type="http://schemas.openxmlformats.org/officeDocument/2006/relationships/slideLayout" Target="../slideLayouts/slideLayout70.xml"/><Relationship Id="rId21" Type="http://schemas.openxmlformats.org/officeDocument/2006/relationships/slideLayout" Target="../slideLayouts/slideLayout88.xml"/><Relationship Id="rId7" Type="http://schemas.openxmlformats.org/officeDocument/2006/relationships/slideLayout" Target="../slideLayouts/slideLayout74.xml"/><Relationship Id="rId12" Type="http://schemas.openxmlformats.org/officeDocument/2006/relationships/slideLayout" Target="../slideLayouts/slideLayout79.xml"/><Relationship Id="rId17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9.xml"/><Relationship Id="rId16" Type="http://schemas.openxmlformats.org/officeDocument/2006/relationships/slideLayout" Target="../slideLayouts/slideLayout83.xml"/><Relationship Id="rId20" Type="http://schemas.openxmlformats.org/officeDocument/2006/relationships/slideLayout" Target="../slideLayouts/slideLayout87.xml"/><Relationship Id="rId1" Type="http://schemas.openxmlformats.org/officeDocument/2006/relationships/slideLayout" Target="../slideLayouts/slideLayout68.xml"/><Relationship Id="rId6" Type="http://schemas.openxmlformats.org/officeDocument/2006/relationships/slideLayout" Target="../slideLayouts/slideLayout73.xml"/><Relationship Id="rId11" Type="http://schemas.openxmlformats.org/officeDocument/2006/relationships/slideLayout" Target="../slideLayouts/slideLayout78.xml"/><Relationship Id="rId24" Type="http://schemas.openxmlformats.org/officeDocument/2006/relationships/theme" Target="../theme/theme4.xml"/><Relationship Id="rId5" Type="http://schemas.openxmlformats.org/officeDocument/2006/relationships/slideLayout" Target="../slideLayouts/slideLayout72.xml"/><Relationship Id="rId15" Type="http://schemas.openxmlformats.org/officeDocument/2006/relationships/slideLayout" Target="../slideLayouts/slideLayout82.xml"/><Relationship Id="rId23" Type="http://schemas.openxmlformats.org/officeDocument/2006/relationships/slideLayout" Target="../slideLayouts/slideLayout90.xml"/><Relationship Id="rId10" Type="http://schemas.openxmlformats.org/officeDocument/2006/relationships/slideLayout" Target="../slideLayouts/slideLayout77.xml"/><Relationship Id="rId19" Type="http://schemas.openxmlformats.org/officeDocument/2006/relationships/slideLayout" Target="../slideLayouts/slideLayout86.xml"/><Relationship Id="rId4" Type="http://schemas.openxmlformats.org/officeDocument/2006/relationships/slideLayout" Target="../slideLayouts/slideLayout71.xml"/><Relationship Id="rId9" Type="http://schemas.openxmlformats.org/officeDocument/2006/relationships/slideLayout" Target="../slideLayouts/slideLayout76.xml"/><Relationship Id="rId14" Type="http://schemas.openxmlformats.org/officeDocument/2006/relationships/slideLayout" Target="../slideLayouts/slideLayout81.xml"/><Relationship Id="rId22" Type="http://schemas.openxmlformats.org/officeDocument/2006/relationships/slideLayout" Target="../slideLayouts/slideLayout8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8.xml"/><Relationship Id="rId13" Type="http://schemas.openxmlformats.org/officeDocument/2006/relationships/slideLayout" Target="../slideLayouts/slideLayout103.xml"/><Relationship Id="rId18" Type="http://schemas.openxmlformats.org/officeDocument/2006/relationships/slideLayout" Target="../slideLayouts/slideLayout108.xml"/><Relationship Id="rId3" Type="http://schemas.openxmlformats.org/officeDocument/2006/relationships/slideLayout" Target="../slideLayouts/slideLayout93.xml"/><Relationship Id="rId21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97.xml"/><Relationship Id="rId12" Type="http://schemas.openxmlformats.org/officeDocument/2006/relationships/slideLayout" Target="../slideLayouts/slideLayout102.xml"/><Relationship Id="rId17" Type="http://schemas.openxmlformats.org/officeDocument/2006/relationships/slideLayout" Target="../slideLayouts/slideLayout107.xml"/><Relationship Id="rId2" Type="http://schemas.openxmlformats.org/officeDocument/2006/relationships/slideLayout" Target="../slideLayouts/slideLayout92.xml"/><Relationship Id="rId16" Type="http://schemas.openxmlformats.org/officeDocument/2006/relationships/slideLayout" Target="../slideLayouts/slideLayout106.xml"/><Relationship Id="rId2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91.xml"/><Relationship Id="rId6" Type="http://schemas.openxmlformats.org/officeDocument/2006/relationships/slideLayout" Target="../slideLayouts/slideLayout96.xml"/><Relationship Id="rId11" Type="http://schemas.openxmlformats.org/officeDocument/2006/relationships/slideLayout" Target="../slideLayouts/slideLayout101.xml"/><Relationship Id="rId24" Type="http://schemas.openxmlformats.org/officeDocument/2006/relationships/theme" Target="../theme/theme5.xml"/><Relationship Id="rId5" Type="http://schemas.openxmlformats.org/officeDocument/2006/relationships/slideLayout" Target="../slideLayouts/slideLayout95.xml"/><Relationship Id="rId15" Type="http://schemas.openxmlformats.org/officeDocument/2006/relationships/slideLayout" Target="../slideLayouts/slideLayout105.xml"/><Relationship Id="rId23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00.xml"/><Relationship Id="rId19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94.xml"/><Relationship Id="rId9" Type="http://schemas.openxmlformats.org/officeDocument/2006/relationships/slideLayout" Target="../slideLayouts/slideLayout99.xml"/><Relationship Id="rId14" Type="http://schemas.openxmlformats.org/officeDocument/2006/relationships/slideLayout" Target="../slideLayouts/slideLayout104.xml"/><Relationship Id="rId22" Type="http://schemas.openxmlformats.org/officeDocument/2006/relationships/slideLayout" Target="../slideLayouts/slideLayout11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1.xml"/><Relationship Id="rId13" Type="http://schemas.openxmlformats.org/officeDocument/2006/relationships/slideLayout" Target="../slideLayouts/slideLayout126.xml"/><Relationship Id="rId18" Type="http://schemas.openxmlformats.org/officeDocument/2006/relationships/slideLayout" Target="../slideLayouts/slideLayout131.xml"/><Relationship Id="rId26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16.xml"/><Relationship Id="rId21" Type="http://schemas.openxmlformats.org/officeDocument/2006/relationships/slideLayout" Target="../slideLayouts/slideLayout134.xml"/><Relationship Id="rId7" Type="http://schemas.openxmlformats.org/officeDocument/2006/relationships/slideLayout" Target="../slideLayouts/slideLayout120.xml"/><Relationship Id="rId12" Type="http://schemas.openxmlformats.org/officeDocument/2006/relationships/slideLayout" Target="../slideLayouts/slideLayout125.xml"/><Relationship Id="rId17" Type="http://schemas.openxmlformats.org/officeDocument/2006/relationships/slideLayout" Target="../slideLayouts/slideLayout130.xml"/><Relationship Id="rId25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15.xml"/><Relationship Id="rId16" Type="http://schemas.openxmlformats.org/officeDocument/2006/relationships/slideLayout" Target="../slideLayouts/slideLayout129.xml"/><Relationship Id="rId20" Type="http://schemas.openxmlformats.org/officeDocument/2006/relationships/slideLayout" Target="../slideLayouts/slideLayout133.xml"/><Relationship Id="rId1" Type="http://schemas.openxmlformats.org/officeDocument/2006/relationships/slideLayout" Target="../slideLayouts/slideLayout114.xml"/><Relationship Id="rId6" Type="http://schemas.openxmlformats.org/officeDocument/2006/relationships/slideLayout" Target="../slideLayouts/slideLayout119.xml"/><Relationship Id="rId11" Type="http://schemas.openxmlformats.org/officeDocument/2006/relationships/slideLayout" Target="../slideLayouts/slideLayout124.xml"/><Relationship Id="rId24" Type="http://schemas.openxmlformats.org/officeDocument/2006/relationships/slideLayout" Target="../slideLayouts/slideLayout137.xml"/><Relationship Id="rId5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28.xml"/><Relationship Id="rId23" Type="http://schemas.openxmlformats.org/officeDocument/2006/relationships/slideLayout" Target="../slideLayouts/slideLayout136.xml"/><Relationship Id="rId28" Type="http://schemas.openxmlformats.org/officeDocument/2006/relationships/theme" Target="../theme/theme6.xml"/><Relationship Id="rId10" Type="http://schemas.openxmlformats.org/officeDocument/2006/relationships/slideLayout" Target="../slideLayouts/slideLayout123.xml"/><Relationship Id="rId19" Type="http://schemas.openxmlformats.org/officeDocument/2006/relationships/slideLayout" Target="../slideLayouts/slideLayout132.xml"/><Relationship Id="rId4" Type="http://schemas.openxmlformats.org/officeDocument/2006/relationships/slideLayout" Target="../slideLayouts/slideLayout117.xml"/><Relationship Id="rId9" Type="http://schemas.openxmlformats.org/officeDocument/2006/relationships/slideLayout" Target="../slideLayouts/slideLayout122.xml"/><Relationship Id="rId14" Type="http://schemas.openxmlformats.org/officeDocument/2006/relationships/slideLayout" Target="../slideLayouts/slideLayout127.xml"/><Relationship Id="rId22" Type="http://schemas.openxmlformats.org/officeDocument/2006/relationships/slideLayout" Target="../slideLayouts/slideLayout135.xml"/><Relationship Id="rId27" Type="http://schemas.openxmlformats.org/officeDocument/2006/relationships/slideLayout" Target="../slideLayouts/slideLayout14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slideLayout" Target="../slideLayouts/slideLayout153.xml"/><Relationship Id="rId18" Type="http://schemas.openxmlformats.org/officeDocument/2006/relationships/slideLayout" Target="../slideLayouts/slideLayout158.xml"/><Relationship Id="rId26" Type="http://schemas.openxmlformats.org/officeDocument/2006/relationships/theme" Target="../theme/theme7.xml"/><Relationship Id="rId3" Type="http://schemas.openxmlformats.org/officeDocument/2006/relationships/slideLayout" Target="../slideLayouts/slideLayout143.xml"/><Relationship Id="rId21" Type="http://schemas.openxmlformats.org/officeDocument/2006/relationships/slideLayout" Target="../slideLayouts/slideLayout161.xml"/><Relationship Id="rId7" Type="http://schemas.openxmlformats.org/officeDocument/2006/relationships/slideLayout" Target="../slideLayouts/slideLayout147.xml"/><Relationship Id="rId12" Type="http://schemas.openxmlformats.org/officeDocument/2006/relationships/slideLayout" Target="../slideLayouts/slideLayout152.xml"/><Relationship Id="rId17" Type="http://schemas.openxmlformats.org/officeDocument/2006/relationships/slideLayout" Target="../slideLayouts/slideLayout157.xml"/><Relationship Id="rId25" Type="http://schemas.openxmlformats.org/officeDocument/2006/relationships/slideLayout" Target="../slideLayouts/slideLayout165.xml"/><Relationship Id="rId2" Type="http://schemas.openxmlformats.org/officeDocument/2006/relationships/slideLayout" Target="../slideLayouts/slideLayout142.xml"/><Relationship Id="rId16" Type="http://schemas.openxmlformats.org/officeDocument/2006/relationships/slideLayout" Target="../slideLayouts/slideLayout156.xml"/><Relationship Id="rId20" Type="http://schemas.openxmlformats.org/officeDocument/2006/relationships/slideLayout" Target="../slideLayouts/slideLayout160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24" Type="http://schemas.openxmlformats.org/officeDocument/2006/relationships/slideLayout" Target="../slideLayouts/slideLayout164.xml"/><Relationship Id="rId5" Type="http://schemas.openxmlformats.org/officeDocument/2006/relationships/slideLayout" Target="../slideLayouts/slideLayout145.xml"/><Relationship Id="rId15" Type="http://schemas.openxmlformats.org/officeDocument/2006/relationships/slideLayout" Target="../slideLayouts/slideLayout155.xml"/><Relationship Id="rId23" Type="http://schemas.openxmlformats.org/officeDocument/2006/relationships/slideLayout" Target="../slideLayouts/slideLayout163.xml"/><Relationship Id="rId10" Type="http://schemas.openxmlformats.org/officeDocument/2006/relationships/slideLayout" Target="../slideLayouts/slideLayout150.xml"/><Relationship Id="rId19" Type="http://schemas.openxmlformats.org/officeDocument/2006/relationships/slideLayout" Target="../slideLayouts/slideLayout159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Relationship Id="rId14" Type="http://schemas.openxmlformats.org/officeDocument/2006/relationships/slideLayout" Target="../slideLayouts/slideLayout154.xml"/><Relationship Id="rId22" Type="http://schemas.openxmlformats.org/officeDocument/2006/relationships/slideLayout" Target="../slideLayouts/slideLayout162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16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167.xml"/><Relationship Id="rId1" Type="http://schemas.openxmlformats.org/officeDocument/2006/relationships/slideLayout" Target="../slideLayouts/slideLayout166.xml"/><Relationship Id="rId6" Type="http://schemas.openxmlformats.org/officeDocument/2006/relationships/slideLayout" Target="../slideLayouts/slideLayout171.xml"/><Relationship Id="rId5" Type="http://schemas.openxmlformats.org/officeDocument/2006/relationships/slideLayout" Target="../slideLayouts/slideLayout170.xml"/><Relationship Id="rId10" Type="http://schemas.openxmlformats.org/officeDocument/2006/relationships/image" Target="../media/image13.emf"/><Relationship Id="rId4" Type="http://schemas.openxmlformats.org/officeDocument/2006/relationships/slideLayout" Target="../slideLayouts/slideLayout169.xml"/><Relationship Id="rId9" Type="http://schemas.openxmlformats.org/officeDocument/2006/relationships/oleObject" Target="../embeddings/oleObject1.bin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9.xml"/><Relationship Id="rId13" Type="http://schemas.openxmlformats.org/officeDocument/2006/relationships/slideLayout" Target="../slideLayouts/slideLayout184.xml"/><Relationship Id="rId3" Type="http://schemas.openxmlformats.org/officeDocument/2006/relationships/slideLayout" Target="../slideLayouts/slideLayout174.xml"/><Relationship Id="rId7" Type="http://schemas.openxmlformats.org/officeDocument/2006/relationships/slideLayout" Target="../slideLayouts/slideLayout178.xml"/><Relationship Id="rId12" Type="http://schemas.openxmlformats.org/officeDocument/2006/relationships/slideLayout" Target="../slideLayouts/slideLayout183.xml"/><Relationship Id="rId2" Type="http://schemas.openxmlformats.org/officeDocument/2006/relationships/slideLayout" Target="../slideLayouts/slideLayout173.xml"/><Relationship Id="rId1" Type="http://schemas.openxmlformats.org/officeDocument/2006/relationships/slideLayout" Target="../slideLayouts/slideLayout172.xml"/><Relationship Id="rId6" Type="http://schemas.openxmlformats.org/officeDocument/2006/relationships/slideLayout" Target="../slideLayouts/slideLayout177.xml"/><Relationship Id="rId11" Type="http://schemas.openxmlformats.org/officeDocument/2006/relationships/slideLayout" Target="../slideLayouts/slideLayout182.xml"/><Relationship Id="rId5" Type="http://schemas.openxmlformats.org/officeDocument/2006/relationships/slideLayout" Target="../slideLayouts/slideLayout176.xml"/><Relationship Id="rId15" Type="http://schemas.openxmlformats.org/officeDocument/2006/relationships/theme" Target="../theme/theme9.xml"/><Relationship Id="rId10" Type="http://schemas.openxmlformats.org/officeDocument/2006/relationships/slideLayout" Target="../slideLayouts/slideLayout181.xml"/><Relationship Id="rId4" Type="http://schemas.openxmlformats.org/officeDocument/2006/relationships/slideLayout" Target="../slideLayouts/slideLayout175.xml"/><Relationship Id="rId9" Type="http://schemas.openxmlformats.org/officeDocument/2006/relationships/slideLayout" Target="../slideLayouts/slideLayout180.xml"/><Relationship Id="rId14" Type="http://schemas.openxmlformats.org/officeDocument/2006/relationships/slideLayout" Target="../slideLayouts/slideLayout18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3.xml"/><Relationship Id="rId13" Type="http://schemas.openxmlformats.org/officeDocument/2006/relationships/slideLayout" Target="../slideLayouts/slideLayout198.xml"/><Relationship Id="rId18" Type="http://schemas.openxmlformats.org/officeDocument/2006/relationships/slideLayout" Target="../slideLayouts/slideLayout203.xml"/><Relationship Id="rId3" Type="http://schemas.openxmlformats.org/officeDocument/2006/relationships/slideLayout" Target="../slideLayouts/slideLayout188.xml"/><Relationship Id="rId21" Type="http://schemas.openxmlformats.org/officeDocument/2006/relationships/theme" Target="../theme/theme10.xml"/><Relationship Id="rId7" Type="http://schemas.openxmlformats.org/officeDocument/2006/relationships/slideLayout" Target="../slideLayouts/slideLayout192.xml"/><Relationship Id="rId12" Type="http://schemas.openxmlformats.org/officeDocument/2006/relationships/slideLayout" Target="../slideLayouts/slideLayout197.xml"/><Relationship Id="rId17" Type="http://schemas.openxmlformats.org/officeDocument/2006/relationships/slideLayout" Target="../slideLayouts/slideLayout202.xml"/><Relationship Id="rId2" Type="http://schemas.openxmlformats.org/officeDocument/2006/relationships/slideLayout" Target="../slideLayouts/slideLayout187.xml"/><Relationship Id="rId16" Type="http://schemas.openxmlformats.org/officeDocument/2006/relationships/slideLayout" Target="../slideLayouts/slideLayout201.xml"/><Relationship Id="rId20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186.xml"/><Relationship Id="rId6" Type="http://schemas.openxmlformats.org/officeDocument/2006/relationships/slideLayout" Target="../slideLayouts/slideLayout191.xml"/><Relationship Id="rId11" Type="http://schemas.openxmlformats.org/officeDocument/2006/relationships/slideLayout" Target="../slideLayouts/slideLayout196.xml"/><Relationship Id="rId5" Type="http://schemas.openxmlformats.org/officeDocument/2006/relationships/slideLayout" Target="../slideLayouts/slideLayout190.xml"/><Relationship Id="rId15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195.xml"/><Relationship Id="rId19" Type="http://schemas.openxmlformats.org/officeDocument/2006/relationships/slideLayout" Target="../slideLayouts/slideLayout204.xml"/><Relationship Id="rId4" Type="http://schemas.openxmlformats.org/officeDocument/2006/relationships/slideLayout" Target="../slideLayouts/slideLayout189.xml"/><Relationship Id="rId9" Type="http://schemas.openxmlformats.org/officeDocument/2006/relationships/slideLayout" Target="../slideLayouts/slideLayout194.xml"/><Relationship Id="rId14" Type="http://schemas.openxmlformats.org/officeDocument/2006/relationships/slideLayout" Target="../slideLayouts/slideLayout199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3.xml"/><Relationship Id="rId13" Type="http://schemas.openxmlformats.org/officeDocument/2006/relationships/slideLayout" Target="../slideLayouts/slideLayout218.xml"/><Relationship Id="rId18" Type="http://schemas.openxmlformats.org/officeDocument/2006/relationships/slideLayout" Target="../slideLayouts/slideLayout223.xml"/><Relationship Id="rId3" Type="http://schemas.openxmlformats.org/officeDocument/2006/relationships/slideLayout" Target="../slideLayouts/slideLayout208.xml"/><Relationship Id="rId21" Type="http://schemas.openxmlformats.org/officeDocument/2006/relationships/slideLayout" Target="../slideLayouts/slideLayout226.xml"/><Relationship Id="rId7" Type="http://schemas.openxmlformats.org/officeDocument/2006/relationships/slideLayout" Target="../slideLayouts/slideLayout212.xml"/><Relationship Id="rId12" Type="http://schemas.openxmlformats.org/officeDocument/2006/relationships/slideLayout" Target="../slideLayouts/slideLayout217.xml"/><Relationship Id="rId17" Type="http://schemas.openxmlformats.org/officeDocument/2006/relationships/slideLayout" Target="../slideLayouts/slideLayout222.xml"/><Relationship Id="rId25" Type="http://schemas.openxmlformats.org/officeDocument/2006/relationships/theme" Target="../theme/theme11.xml"/><Relationship Id="rId2" Type="http://schemas.openxmlformats.org/officeDocument/2006/relationships/slideLayout" Target="../slideLayouts/slideLayout207.xml"/><Relationship Id="rId16" Type="http://schemas.openxmlformats.org/officeDocument/2006/relationships/slideLayout" Target="../slideLayouts/slideLayout221.xml"/><Relationship Id="rId20" Type="http://schemas.openxmlformats.org/officeDocument/2006/relationships/slideLayout" Target="../slideLayouts/slideLayout225.xml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24" Type="http://schemas.openxmlformats.org/officeDocument/2006/relationships/slideLayout" Target="../slideLayouts/slideLayout229.xml"/><Relationship Id="rId5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20.xml"/><Relationship Id="rId23" Type="http://schemas.openxmlformats.org/officeDocument/2006/relationships/slideLayout" Target="../slideLayouts/slideLayout228.xml"/><Relationship Id="rId10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4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slideLayout" Target="../slideLayouts/slideLayout219.xml"/><Relationship Id="rId22" Type="http://schemas.openxmlformats.org/officeDocument/2006/relationships/slideLayout" Target="../slideLayouts/slideLayout227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slideLayout" Target="../slideLayouts/slideLayout232.xml"/><Relationship Id="rId7" Type="http://schemas.openxmlformats.org/officeDocument/2006/relationships/tags" Target="../tags/tag2.xml"/><Relationship Id="rId2" Type="http://schemas.openxmlformats.org/officeDocument/2006/relationships/slideLayout" Target="../slideLayouts/slideLayout231.xml"/><Relationship Id="rId1" Type="http://schemas.openxmlformats.org/officeDocument/2006/relationships/slideLayout" Target="../slideLayouts/slideLayout230.xml"/><Relationship Id="rId6" Type="http://schemas.openxmlformats.org/officeDocument/2006/relationships/theme" Target="../theme/theme12.xml"/><Relationship Id="rId5" Type="http://schemas.openxmlformats.org/officeDocument/2006/relationships/slideLayout" Target="../slideLayouts/slideLayout234.xml"/><Relationship Id="rId4" Type="http://schemas.openxmlformats.org/officeDocument/2006/relationships/slideLayout" Target="../slideLayouts/slideLayout233.xml"/><Relationship Id="rId9" Type="http://schemas.openxmlformats.org/officeDocument/2006/relationships/image" Target="../media/image13.emf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2.xml"/><Relationship Id="rId13" Type="http://schemas.openxmlformats.org/officeDocument/2006/relationships/slideLayout" Target="../slideLayouts/slideLayout247.xml"/><Relationship Id="rId18" Type="http://schemas.openxmlformats.org/officeDocument/2006/relationships/slideLayout" Target="../slideLayouts/slideLayout252.xml"/><Relationship Id="rId3" Type="http://schemas.openxmlformats.org/officeDocument/2006/relationships/slideLayout" Target="../slideLayouts/slideLayout237.xml"/><Relationship Id="rId21" Type="http://schemas.openxmlformats.org/officeDocument/2006/relationships/slideLayout" Target="../slideLayouts/slideLayout255.xml"/><Relationship Id="rId7" Type="http://schemas.openxmlformats.org/officeDocument/2006/relationships/slideLayout" Target="../slideLayouts/slideLayout241.xml"/><Relationship Id="rId12" Type="http://schemas.openxmlformats.org/officeDocument/2006/relationships/slideLayout" Target="../slideLayouts/slideLayout246.xml"/><Relationship Id="rId17" Type="http://schemas.openxmlformats.org/officeDocument/2006/relationships/slideLayout" Target="../slideLayouts/slideLayout251.xml"/><Relationship Id="rId2" Type="http://schemas.openxmlformats.org/officeDocument/2006/relationships/slideLayout" Target="../slideLayouts/slideLayout236.xml"/><Relationship Id="rId16" Type="http://schemas.openxmlformats.org/officeDocument/2006/relationships/slideLayout" Target="../slideLayouts/slideLayout250.xml"/><Relationship Id="rId20" Type="http://schemas.openxmlformats.org/officeDocument/2006/relationships/slideLayout" Target="../slideLayouts/slideLayout254.xml"/><Relationship Id="rId1" Type="http://schemas.openxmlformats.org/officeDocument/2006/relationships/slideLayout" Target="../slideLayouts/slideLayout235.xml"/><Relationship Id="rId6" Type="http://schemas.openxmlformats.org/officeDocument/2006/relationships/slideLayout" Target="../slideLayouts/slideLayout240.xml"/><Relationship Id="rId11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39.xml"/><Relationship Id="rId15" Type="http://schemas.openxmlformats.org/officeDocument/2006/relationships/slideLayout" Target="../slideLayouts/slideLayout249.xml"/><Relationship Id="rId10" Type="http://schemas.openxmlformats.org/officeDocument/2006/relationships/slideLayout" Target="../slideLayouts/slideLayout244.xml"/><Relationship Id="rId19" Type="http://schemas.openxmlformats.org/officeDocument/2006/relationships/slideLayout" Target="../slideLayouts/slideLayout253.xml"/><Relationship Id="rId4" Type="http://schemas.openxmlformats.org/officeDocument/2006/relationships/slideLayout" Target="../slideLayouts/slideLayout238.xml"/><Relationship Id="rId9" Type="http://schemas.openxmlformats.org/officeDocument/2006/relationships/slideLayout" Target="../slideLayouts/slideLayout243.xml"/><Relationship Id="rId14" Type="http://schemas.openxmlformats.org/officeDocument/2006/relationships/slideLayout" Target="../slideLayouts/slideLayout248.xml"/><Relationship Id="rId22" Type="http://schemas.openxmlformats.org/officeDocument/2006/relationships/theme" Target="../theme/them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5699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4275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82" r:id="rId8"/>
    <p:sldLayoutId id="2147483667" r:id="rId9"/>
    <p:sldLayoutId id="2147483680" r:id="rId10"/>
    <p:sldLayoutId id="2147483668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9" r:id="rId18"/>
    <p:sldLayoutId id="2147483681" r:id="rId19"/>
    <p:sldLayoutId id="2147483686" r:id="rId20"/>
    <p:sldLayoutId id="2147484280" r:id="rId21"/>
    <p:sldLayoutId id="2147484331" r:id="rId22"/>
  </p:sldLayoutIdLst>
  <p:hf hdr="0" ft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val="F26B43"/>
          </p15:clr>
        </p15:guide>
        <p15:guide id="2" pos="7296" userDrawn="1">
          <p15:clr>
            <a:srgbClr val="F26B43"/>
          </p15:clr>
        </p15:guide>
        <p15:guide id="3" orient="horz" pos="840" userDrawn="1">
          <p15:clr>
            <a:srgbClr val="F26B43"/>
          </p15:clr>
        </p15:guide>
        <p15:guide id="4" orient="horz" pos="3504" userDrawn="1">
          <p15:clr>
            <a:srgbClr val="F26B43"/>
          </p15:clr>
        </p15:guide>
        <p15:guide id="5" orient="horz" pos="1008" userDrawn="1">
          <p15:clr>
            <a:srgbClr val="F26B43"/>
          </p15:clr>
        </p15:guide>
        <p15:guide id="6" orient="horz" pos="393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353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4325" r:id="rId15"/>
    <p:sldLayoutId id="2147484326" r:id="rId16"/>
    <p:sldLayoutId id="2147484327" r:id="rId17"/>
    <p:sldLayoutId id="2147484328" r:id="rId18"/>
    <p:sldLayoutId id="2147484329" r:id="rId19"/>
    <p:sldLayoutId id="2147484330" r:id="rId20"/>
    <p:sldLayoutId id="2147484335" r:id="rId21"/>
    <p:sldLayoutId id="2147484336" r:id="rId22"/>
    <p:sldLayoutId id="2147484337" r:id="rId2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0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4284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  <p:sldLayoutId id="2147483722" r:id="rId17"/>
    <p:sldLayoutId id="2147483723" r:id="rId18"/>
    <p:sldLayoutId id="2147483724" r:id="rId19"/>
    <p:sldLayoutId id="2147483725" r:id="rId20"/>
    <p:sldLayoutId id="2147483726" r:id="rId21"/>
    <p:sldLayoutId id="2147483728" r:id="rId22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36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4338" r:id="rId22"/>
    <p:sldLayoutId id="2147484339" r:id="rId23"/>
  </p:sldLayoutIdLst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2267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  <p:sldLayoutId id="2147483994" r:id="rId2"/>
    <p:sldLayoutId id="2147483995" r:id="rId3"/>
    <p:sldLayoutId id="2147483996" r:id="rId4"/>
    <p:sldLayoutId id="2147483997" r:id="rId5"/>
    <p:sldLayoutId id="2147483998" r:id="rId6"/>
    <p:sldLayoutId id="2147483999" r:id="rId7"/>
    <p:sldLayoutId id="2147484000" r:id="rId8"/>
    <p:sldLayoutId id="2147484001" r:id="rId9"/>
    <p:sldLayoutId id="2147484002" r:id="rId10"/>
    <p:sldLayoutId id="2147484003" r:id="rId11"/>
    <p:sldLayoutId id="2147484004" r:id="rId12"/>
    <p:sldLayoutId id="2147484005" r:id="rId13"/>
    <p:sldLayoutId id="2147484006" r:id="rId14"/>
    <p:sldLayoutId id="2147484007" r:id="rId15"/>
    <p:sldLayoutId id="2147484008" r:id="rId16"/>
    <p:sldLayoutId id="2147484009" r:id="rId17"/>
    <p:sldLayoutId id="2147484010" r:id="rId18"/>
    <p:sldLayoutId id="2147484011" r:id="rId19"/>
    <p:sldLayoutId id="2147484012" r:id="rId20"/>
    <p:sldLayoutId id="2147484340" r:id="rId21"/>
    <p:sldLayoutId id="2147484341" r:id="rId22"/>
    <p:sldLayoutId id="2147484342" r:id="rId23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770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  <p:sldLayoutId id="2147484141" r:id="rId13"/>
    <p:sldLayoutId id="2147484142" r:id="rId14"/>
    <p:sldLayoutId id="2147484143" r:id="rId15"/>
    <p:sldLayoutId id="2147484144" r:id="rId16"/>
    <p:sldLayoutId id="2147484145" r:id="rId17"/>
    <p:sldLayoutId id="2147484146" r:id="rId18"/>
    <p:sldLayoutId id="2147484147" r:id="rId19"/>
    <p:sldLayoutId id="2147484148" r:id="rId20"/>
    <p:sldLayoutId id="2147484343" r:id="rId21"/>
    <p:sldLayoutId id="2147484344" r:id="rId22"/>
    <p:sldLayoutId id="2147484345" r:id="rId23"/>
    <p:sldLayoutId id="2147484346" r:id="rId24"/>
    <p:sldLayoutId id="2147484347" r:id="rId25"/>
    <p:sldLayoutId id="2147484348" r:id="rId26"/>
    <p:sldLayoutId id="2147484349" r:id="rId27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4787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82" r:id="rId12"/>
    <p:sldLayoutId id="2147484183" r:id="rId13"/>
    <p:sldLayoutId id="2147484184" r:id="rId14"/>
    <p:sldLayoutId id="2147484185" r:id="rId15"/>
    <p:sldLayoutId id="2147484186" r:id="rId16"/>
    <p:sldLayoutId id="2147484187" r:id="rId17"/>
    <p:sldLayoutId id="2147484188" r:id="rId18"/>
    <p:sldLayoutId id="2147484189" r:id="rId19"/>
    <p:sldLayoutId id="2147484190" r:id="rId20"/>
    <p:sldLayoutId id="2147484191" r:id="rId21"/>
    <p:sldLayoutId id="2147484192" r:id="rId22"/>
    <p:sldLayoutId id="2147484194" r:id="rId23"/>
    <p:sldLayoutId id="2147483715" r:id="rId24"/>
    <p:sldLayoutId id="2147483689" r:id="rId25"/>
  </p:sldLayoutIdLst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AEB076-43A9-4ADF-835D-54CDECEFE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660295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360" imgH="360" progId="TCLayout.ActiveDocument.1">
                  <p:embed/>
                </p:oleObj>
              </mc:Choice>
              <mc:Fallback>
                <p:oleObj name="think-cell Slide" r:id="rId9" imgW="360" imgH="36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AEB076-43A9-4ADF-835D-54CDECEFE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66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  <p:sldLayoutId id="2147484198" r:id="rId2"/>
    <p:sldLayoutId id="2147484199" r:id="rId3"/>
    <p:sldLayoutId id="2147484200" r:id="rId4"/>
    <p:sldLayoutId id="2147484201" r:id="rId5"/>
    <p:sldLayoutId id="2147484204" r:id="rId6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68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209" r:id="rId2"/>
    <p:sldLayoutId id="2147484210" r:id="rId3"/>
    <p:sldLayoutId id="2147484211" r:id="rId4"/>
    <p:sldLayoutId id="2147484212" r:id="rId5"/>
    <p:sldLayoutId id="2147484213" r:id="rId6"/>
    <p:sldLayoutId id="2147484214" r:id="rId7"/>
    <p:sldLayoutId id="2147484215" r:id="rId8"/>
    <p:sldLayoutId id="2147484216" r:id="rId9"/>
    <p:sldLayoutId id="2147484217" r:id="rId10"/>
    <p:sldLayoutId id="2147484218" r:id="rId11"/>
    <p:sldLayoutId id="2147484219" r:id="rId12"/>
    <p:sldLayoutId id="2147484220" r:id="rId13"/>
    <p:sldLayoutId id="2147484221" r:id="rId14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2328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4" r:id="rId1"/>
    <p:sldLayoutId id="2147484225" r:id="rId2"/>
    <p:sldLayoutId id="2147484226" r:id="rId3"/>
    <p:sldLayoutId id="2147484227" r:id="rId4"/>
    <p:sldLayoutId id="2147484228" r:id="rId5"/>
    <p:sldLayoutId id="2147484229" r:id="rId6"/>
    <p:sldLayoutId id="2147484230" r:id="rId7"/>
    <p:sldLayoutId id="2147484231" r:id="rId8"/>
    <p:sldLayoutId id="2147484232" r:id="rId9"/>
    <p:sldLayoutId id="2147484233" r:id="rId10"/>
    <p:sldLayoutId id="2147484234" r:id="rId11"/>
    <p:sldLayoutId id="2147484235" r:id="rId12"/>
    <p:sldLayoutId id="2147484236" r:id="rId13"/>
    <p:sldLayoutId id="2147484237" r:id="rId14"/>
    <p:sldLayoutId id="2147484238" r:id="rId15"/>
    <p:sldLayoutId id="2147484239" r:id="rId16"/>
    <p:sldLayoutId id="2147484240" r:id="rId17"/>
    <p:sldLayoutId id="2147484241" r:id="rId18"/>
    <p:sldLayoutId id="2147484242" r:id="rId19"/>
    <p:sldLayoutId id="2147484243" r:id="rId20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5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7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5" r:id="rId1"/>
    <p:sldLayoutId id="2147484246" r:id="rId2"/>
    <p:sldLayoutId id="2147484247" r:id="rId3"/>
    <p:sldLayoutId id="2147484248" r:id="rId4"/>
    <p:sldLayoutId id="2147484249" r:id="rId5"/>
    <p:sldLayoutId id="2147484250" r:id="rId6"/>
    <p:sldLayoutId id="2147484251" r:id="rId7"/>
    <p:sldLayoutId id="2147484252" r:id="rId8"/>
    <p:sldLayoutId id="2147484253" r:id="rId9"/>
    <p:sldLayoutId id="2147484254" r:id="rId10"/>
    <p:sldLayoutId id="2147484255" r:id="rId11"/>
    <p:sldLayoutId id="2147484256" r:id="rId12"/>
    <p:sldLayoutId id="2147484257" r:id="rId13"/>
    <p:sldLayoutId id="2147484258" r:id="rId14"/>
    <p:sldLayoutId id="2147484259" r:id="rId15"/>
    <p:sldLayoutId id="2147484260" r:id="rId16"/>
    <p:sldLayoutId id="2147484261" r:id="rId17"/>
    <p:sldLayoutId id="2147484262" r:id="rId18"/>
    <p:sldLayoutId id="2147484263" r:id="rId19"/>
    <p:sldLayoutId id="2147484264" r:id="rId20"/>
    <p:sldLayoutId id="2147484265" r:id="rId21"/>
    <p:sldLayoutId id="2147484266" r:id="rId22"/>
    <p:sldLayoutId id="2147484267" r:id="rId23"/>
    <p:sldLayoutId id="2147484268" r:id="rId24"/>
  </p:sldLayoutIdLst>
  <p:txStyles>
    <p:titleStyle>
      <a:lvl1pPr algn="ctr" defTabSz="609570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70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40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09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78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78" indent="-457178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50" indent="-380981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25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493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062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AAEB076-43A9-4ADF-835D-54CDECEFE9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342367808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60" imgH="360" progId="TCLayout.ActiveDocument.1">
                  <p:embed/>
                </p:oleObj>
              </mc:Choice>
              <mc:Fallback>
                <p:oleObj name="think-cell Slide" r:id="rId8" imgW="360" imgH="360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AAEB076-43A9-4ADF-835D-54CDECEFE9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0" y="61518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rgbClr val="8C8C8E"/>
                </a:solidFill>
                <a:latin typeface="Verdana"/>
                <a:cs typeface="Verdana"/>
              </a:defRPr>
            </a:lvl1pPr>
          </a:lstStyle>
          <a:p>
            <a:fld id="{FC4EE6CB-3402-447A-B44F-EBD5AD2E0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413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70" r:id="rId1"/>
    <p:sldLayoutId id="2147484271" r:id="rId2"/>
    <p:sldLayoutId id="2147484272" r:id="rId3"/>
    <p:sldLayoutId id="2147484273" r:id="rId4"/>
    <p:sldLayoutId id="2147484274" r:id="rId5"/>
  </p:sldLayoutIdLst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48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6" r:id="rId1"/>
    <p:sldLayoutId id="2147484287" r:id="rId2"/>
    <p:sldLayoutId id="2147484288" r:id="rId3"/>
    <p:sldLayoutId id="2147484289" r:id="rId4"/>
    <p:sldLayoutId id="2147484290" r:id="rId5"/>
    <p:sldLayoutId id="2147484291" r:id="rId6"/>
    <p:sldLayoutId id="2147484292" r:id="rId7"/>
    <p:sldLayoutId id="2147484293" r:id="rId8"/>
    <p:sldLayoutId id="2147484294" r:id="rId9"/>
    <p:sldLayoutId id="2147484295" r:id="rId10"/>
    <p:sldLayoutId id="2147484296" r:id="rId11"/>
    <p:sldLayoutId id="2147484297" r:id="rId12"/>
    <p:sldLayoutId id="2147484298" r:id="rId13"/>
    <p:sldLayoutId id="2147484299" r:id="rId14"/>
    <p:sldLayoutId id="2147484300" r:id="rId15"/>
    <p:sldLayoutId id="2147484301" r:id="rId16"/>
    <p:sldLayoutId id="2147484302" r:id="rId17"/>
    <p:sldLayoutId id="2147484303" r:id="rId18"/>
    <p:sldLayoutId id="2147484304" r:id="rId19"/>
    <p:sldLayoutId id="2147484305" r:id="rId20"/>
    <p:sldLayoutId id="2147484306" r:id="rId21"/>
  </p:sldLayoutIdLst>
  <p:hf hdr="0" ftr="0" dt="0"/>
  <p:txStyles>
    <p:titleStyle>
      <a:lvl1pPr algn="ctr" defTabSz="609570" rtl="0" eaLnBrk="1" fontAlgn="base" hangingPunct="1">
        <a:spcBef>
          <a:spcPct val="0"/>
        </a:spcBef>
        <a:spcAft>
          <a:spcPct val="0"/>
        </a:spcAft>
        <a:defRPr sz="5867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2pPr>
      <a:lvl3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3pPr>
      <a:lvl4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4pPr>
      <a:lvl5pPr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5pPr>
      <a:lvl6pPr marL="609570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6pPr>
      <a:lvl7pPr marL="1219140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7pPr>
      <a:lvl8pPr marL="1828709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8pPr>
      <a:lvl9pPr marL="2438278" algn="ctr" defTabSz="609570" rtl="0" eaLnBrk="1" fontAlgn="base" hangingPunct="1">
        <a:spcBef>
          <a:spcPct val="0"/>
        </a:spcBef>
        <a:spcAft>
          <a:spcPct val="0"/>
        </a:spcAft>
        <a:defRPr sz="5867">
          <a:solidFill>
            <a:schemeClr val="tx1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457178" indent="-457178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4267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90550" indent="-380981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733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523925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2133493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743062" indent="-304784" algn="l" defTabSz="609570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667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8.xml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8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7.xml"/><Relationship Id="rId11" Type="http://schemas.microsoft.com/office/2007/relationships/diagramDrawing" Target="../diagrams/drawing8.xml"/><Relationship Id="rId5" Type="http://schemas.openxmlformats.org/officeDocument/2006/relationships/diagramColors" Target="../diagrams/colors7.xml"/><Relationship Id="rId10" Type="http://schemas.openxmlformats.org/officeDocument/2006/relationships/diagramColors" Target="../diagrams/colors8.xml"/><Relationship Id="rId4" Type="http://schemas.openxmlformats.org/officeDocument/2006/relationships/diagramQuickStyle" Target="../diagrams/quickStyle7.xml"/><Relationship Id="rId9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9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791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B97CD1-5D89-4476-A1FA-FE5179D36F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0964" y="4476433"/>
            <a:ext cx="8567267" cy="2331157"/>
          </a:xfrm>
        </p:spPr>
        <p:txBody>
          <a:bodyPr/>
          <a:lstStyle/>
          <a:p>
            <a:r>
              <a:rPr lang="en-US" sz="2000" dirty="0">
                <a:latin typeface="Century Schoolbook" panose="02040604050505020304" pitchFamily="18" charset="0"/>
              </a:rPr>
              <a:t>Divya Gavane</a:t>
            </a:r>
          </a:p>
          <a:p>
            <a:r>
              <a:rPr lang="en-US" sz="2000" dirty="0">
                <a:latin typeface="Century Schoolbook" panose="02040604050505020304" pitchFamily="18" charset="0"/>
              </a:rPr>
              <a:t>T.Y. Electronics and Telecommunications</a:t>
            </a:r>
            <a:endParaRPr lang="en-US" sz="1800" dirty="0">
              <a:latin typeface="Century Schoolbook" panose="02040604050505020304" pitchFamily="18" charset="0"/>
            </a:endParaRPr>
          </a:p>
          <a:p>
            <a:r>
              <a:rPr lang="en-US" sz="1800" dirty="0">
                <a:latin typeface="Century Schoolbook" panose="02040604050505020304" pitchFamily="18" charset="0"/>
              </a:rPr>
              <a:t>MKSSS’s Cummins College of Engineering for Women, Pune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CC2344-50B4-4A79-BC7D-D3A23293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964" y="2925279"/>
            <a:ext cx="9826752" cy="1743456"/>
          </a:xfrm>
        </p:spPr>
        <p:txBody>
          <a:bodyPr/>
          <a:lstStyle/>
          <a:p>
            <a:r>
              <a:rPr lang="en-US" sz="4000" b="1" dirty="0">
                <a:latin typeface="Corbel" panose="020B0503020204020204" pitchFamily="34" charset="0"/>
              </a:rPr>
              <a:t>BDTCI – UCC </a:t>
            </a:r>
            <a:br>
              <a:rPr lang="en-US" sz="4000" b="1" dirty="0">
                <a:latin typeface="Corbel" panose="020B0503020204020204" pitchFamily="34" charset="0"/>
              </a:rPr>
            </a:br>
            <a:r>
              <a:rPr lang="en-US" sz="4000" b="1" dirty="0">
                <a:latin typeface="Corbel" panose="020B0503020204020204" pitchFamily="34" charset="0"/>
              </a:rPr>
              <a:t>Internship Project</a:t>
            </a:r>
            <a:endParaRPr lang="en-US" sz="4000" dirty="0">
              <a:latin typeface="Corbel" panose="020B0503020204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DA6AB-F0F5-48FB-BF7B-AD73511276B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523038"/>
            <a:ext cx="241300" cy="334962"/>
          </a:xfrm>
          <a:prstGeom prst="rect">
            <a:avLst/>
          </a:prstGeom>
        </p:spPr>
        <p:txBody>
          <a:bodyPr/>
          <a:lstStyle/>
          <a:p>
            <a:pPr defTabSz="609570">
              <a:defRPr/>
            </a:pPr>
            <a:fld id="{F7CCBC7B-11E5-694E-B39D-A35E99CBDE3C}" type="slidenum">
              <a:rPr lang="en-US" smtClean="0">
                <a:solidFill>
                  <a:srgbClr val="004593"/>
                </a:solidFill>
              </a:rPr>
              <a:pPr defTabSz="609570">
                <a:defRPr/>
              </a:pPr>
              <a:t>1</a:t>
            </a:fld>
            <a:endParaRPr lang="en-US" dirty="0">
              <a:solidFill>
                <a:srgbClr val="00459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941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0"/>
                <a:lumOff val="100000"/>
              </a:schemeClr>
            </a:gs>
            <a:gs pos="31000">
              <a:schemeClr val="accent4">
                <a:lumMod val="0"/>
                <a:lumOff val="100000"/>
              </a:schemeClr>
            </a:gs>
            <a:gs pos="96000">
              <a:schemeClr val="accent4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ADD5DBF3-3620-4000-A938-CCAC54F8E4EC}"/>
              </a:ext>
            </a:extLst>
          </p:cNvPr>
          <p:cNvSpPr txBox="1"/>
          <p:nvPr/>
        </p:nvSpPr>
        <p:spPr>
          <a:xfrm>
            <a:off x="970769" y="1694275"/>
            <a:ext cx="46808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404041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D54A26C-0822-4996-ABFA-5D5D73DC83A8}"/>
              </a:ext>
            </a:extLst>
          </p:cNvPr>
          <p:cNvSpPr/>
          <p:nvPr/>
        </p:nvSpPr>
        <p:spPr>
          <a:xfrm>
            <a:off x="2794601" y="12221"/>
            <a:ext cx="754120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7479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Verdana" panose="020B0604030504040204" pitchFamily="34" charset="0"/>
              </a:rPr>
              <a:t>Non-Technical Learnings at BDTCI</a:t>
            </a:r>
          </a:p>
        </p:txBody>
      </p:sp>
      <p:pic>
        <p:nvPicPr>
          <p:cNvPr id="1026" name="Picture 2" descr="Professional Etiquette Rules Every Person Should Follow | by Steven  Dzierzanowski | Medium">
            <a:extLst>
              <a:ext uri="{FF2B5EF4-FFF2-40B4-BE49-F238E27FC236}">
                <a16:creationId xmlns:a16="http://schemas.microsoft.com/office/drawing/2014/main" id="{2E798FC6-1E7D-4AD8-B0CE-7DB2052DBB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802" y="860598"/>
            <a:ext cx="1993188" cy="1353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BCDF450-0E11-454C-8422-5DD27E4F0669}"/>
              </a:ext>
            </a:extLst>
          </p:cNvPr>
          <p:cNvSpPr txBox="1"/>
          <p:nvPr/>
        </p:nvSpPr>
        <p:spPr>
          <a:xfrm>
            <a:off x="211890" y="2237939"/>
            <a:ext cx="3344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Professional Etiquettes</a:t>
            </a:r>
          </a:p>
        </p:txBody>
      </p:sp>
      <p:pic>
        <p:nvPicPr>
          <p:cNvPr id="1028" name="Picture 4" descr="7 Professional Things You Should Do and Say at Business Meetings">
            <a:extLst>
              <a:ext uri="{FF2B5EF4-FFF2-40B4-BE49-F238E27FC236}">
                <a16:creationId xmlns:a16="http://schemas.microsoft.com/office/drawing/2014/main" id="{384AE987-2A6A-4870-924A-9863956DB4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8545" y="1736083"/>
            <a:ext cx="2386161" cy="13431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4194B6-6850-4D22-9FB7-E41BF04FC063}"/>
              </a:ext>
            </a:extLst>
          </p:cNvPr>
          <p:cNvSpPr txBox="1"/>
          <p:nvPr/>
        </p:nvSpPr>
        <p:spPr>
          <a:xfrm>
            <a:off x="8186820" y="2207597"/>
            <a:ext cx="3344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Interactions with Leaders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C3F676-09DD-4E87-829F-5D463DB50986}"/>
              </a:ext>
            </a:extLst>
          </p:cNvPr>
          <p:cNvSpPr txBox="1"/>
          <p:nvPr/>
        </p:nvSpPr>
        <p:spPr>
          <a:xfrm>
            <a:off x="4171323" y="3192871"/>
            <a:ext cx="3344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Meetings / Conferences</a:t>
            </a:r>
          </a:p>
        </p:txBody>
      </p:sp>
      <p:pic>
        <p:nvPicPr>
          <p:cNvPr id="1030" name="Picture 6" descr="Option Technologies Blog | Interactive Meeting News">
            <a:extLst>
              <a:ext uri="{FF2B5EF4-FFF2-40B4-BE49-F238E27FC236}">
                <a16:creationId xmlns:a16="http://schemas.microsoft.com/office/drawing/2014/main" id="{1A2C2143-C486-4D35-BB5D-C9E061019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358" y="839971"/>
            <a:ext cx="2030477" cy="1353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DBB683-FEBD-4E19-B9C0-0A52919F3891}"/>
              </a:ext>
            </a:extLst>
          </p:cNvPr>
          <p:cNvSpPr txBox="1"/>
          <p:nvPr/>
        </p:nvSpPr>
        <p:spPr>
          <a:xfrm>
            <a:off x="871044" y="4991166"/>
            <a:ext cx="1455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Soft Skills</a:t>
            </a:r>
          </a:p>
        </p:txBody>
      </p:sp>
      <p:pic>
        <p:nvPicPr>
          <p:cNvPr id="1034" name="Picture 10" descr="Optima Medical – a leading supplier of diagnostic medical equipment to  hospitals throughout the UK and Ireland">
            <a:extLst>
              <a:ext uri="{FF2B5EF4-FFF2-40B4-BE49-F238E27FC236}">
                <a16:creationId xmlns:a16="http://schemas.microsoft.com/office/drawing/2014/main" id="{03C889A2-D67B-454D-AAE7-A520A3503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6717" y="4486899"/>
            <a:ext cx="2030477" cy="13536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F466B79-888A-4A65-816A-0033DEB930A6}"/>
              </a:ext>
            </a:extLst>
          </p:cNvPr>
          <p:cNvSpPr txBox="1"/>
          <p:nvPr/>
        </p:nvSpPr>
        <p:spPr>
          <a:xfrm>
            <a:off x="4323738" y="5840550"/>
            <a:ext cx="33443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Insight in Healthcare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167BCF-71C3-4618-9B2E-DC60BD72E427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052" t="7595" r="4629" b="3353"/>
          <a:stretch/>
        </p:blipFill>
        <p:spPr>
          <a:xfrm>
            <a:off x="8723295" y="3558803"/>
            <a:ext cx="2271428" cy="13829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CEF6DC-9539-4DFA-8172-A3615C377C79}"/>
              </a:ext>
            </a:extLst>
          </p:cNvPr>
          <p:cNvSpPr txBox="1"/>
          <p:nvPr/>
        </p:nvSpPr>
        <p:spPr>
          <a:xfrm>
            <a:off x="8804484" y="4986629"/>
            <a:ext cx="22714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74791"/>
                </a:solidFill>
                <a:latin typeface="Century Schoolbook" panose="02040604050505020304" pitchFamily="18" charset="0"/>
              </a:rPr>
              <a:t>Human Anatomy (Urinary System)</a:t>
            </a:r>
          </a:p>
        </p:txBody>
      </p:sp>
      <p:pic>
        <p:nvPicPr>
          <p:cNvPr id="5" name="Picture 2" descr="What is soft skills? - Definition from WhatIs.com">
            <a:extLst>
              <a:ext uri="{FF2B5EF4-FFF2-40B4-BE49-F238E27FC236}">
                <a16:creationId xmlns:a16="http://schemas.microsoft.com/office/drawing/2014/main" id="{74780C00-F8D2-4450-BC97-6A7F99CFF9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9" t="7445" r="5015" b="3186"/>
          <a:stretch/>
        </p:blipFill>
        <p:spPr bwMode="auto">
          <a:xfrm>
            <a:off x="602015" y="3558803"/>
            <a:ext cx="1993189" cy="14278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997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9BDAE8-680F-4DED-9C15-F7D9EDA5A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EBA5F-67A2-4C34-883B-89E322A4296D}"/>
              </a:ext>
            </a:extLst>
          </p:cNvPr>
          <p:cNvSpPr txBox="1"/>
          <p:nvPr/>
        </p:nvSpPr>
        <p:spPr>
          <a:xfrm>
            <a:off x="840828" y="1445584"/>
            <a:ext cx="1027911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dirty="0">
                <a:effectLst/>
                <a:latin typeface="Century Schoolbook" panose="02040604050505020304" pitchFamily="18" charset="0"/>
              </a:rPr>
              <a:t>Human anatomy is the </a:t>
            </a:r>
            <a:r>
              <a:rPr lang="en-US" sz="2400" b="1" i="0" dirty="0">
                <a:effectLst/>
                <a:latin typeface="Century Schoolbook" panose="02040604050505020304" pitchFamily="18" charset="0"/>
              </a:rPr>
              <a:t>study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 of the </a:t>
            </a:r>
            <a:r>
              <a:rPr lang="en-US" sz="2400" b="1" i="0" dirty="0">
                <a:effectLst/>
                <a:latin typeface="Century Schoolbook" panose="02040604050505020304" pitchFamily="18" charset="0"/>
              </a:rPr>
              <a:t>structures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 of the </a:t>
            </a:r>
            <a:r>
              <a:rPr lang="en-US" sz="2400" b="1" i="0" dirty="0">
                <a:effectLst/>
                <a:latin typeface="Century Schoolbook" panose="02040604050505020304" pitchFamily="18" charset="0"/>
              </a:rPr>
              <a:t>human body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. </a:t>
            </a:r>
          </a:p>
          <a:p>
            <a:pPr marL="0" indent="0">
              <a:buNone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Century Schoolbook" panose="02040604050505020304" pitchFamily="18" charset="0"/>
              </a:rPr>
              <a:t>Urinary System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2E2E2E"/>
                </a:solidFill>
                <a:effectLst/>
                <a:latin typeface="Century Schoolbook" panose="02040604050505020304" pitchFamily="18" charset="0"/>
              </a:rPr>
              <a:t>   The organs that make urine and remove it from the body.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entury Schoolbook" panose="02040604050505020304" pitchFamily="18" charset="0"/>
              </a:rPr>
              <a:t>Main organs of Urinary System are </a:t>
            </a:r>
            <a:r>
              <a:rPr lang="en-US" sz="2400" b="1" dirty="0">
                <a:latin typeface="Century Schoolbook" panose="02040604050505020304" pitchFamily="18" charset="0"/>
              </a:rPr>
              <a:t>Kidneys</a:t>
            </a:r>
            <a:r>
              <a:rPr lang="en-US" sz="2400" dirty="0">
                <a:latin typeface="Century Schoolbook" panose="02040604050505020304" pitchFamily="18" charset="0"/>
              </a:rPr>
              <a:t>, </a:t>
            </a:r>
            <a:r>
              <a:rPr lang="en-US" sz="2400" b="1" dirty="0">
                <a:latin typeface="Century Schoolbook" panose="02040604050505020304" pitchFamily="18" charset="0"/>
              </a:rPr>
              <a:t>Renal Pelvis</a:t>
            </a:r>
            <a:r>
              <a:rPr lang="en-US" sz="2400" dirty="0">
                <a:latin typeface="Century Schoolbook" panose="02040604050505020304" pitchFamily="18" charset="0"/>
              </a:rPr>
              <a:t>, </a:t>
            </a:r>
            <a:r>
              <a:rPr lang="en-US" sz="2400" b="1" dirty="0">
                <a:latin typeface="Century Schoolbook" panose="02040604050505020304" pitchFamily="18" charset="0"/>
              </a:rPr>
              <a:t>Ureters</a:t>
            </a:r>
            <a:r>
              <a:rPr lang="en-US" sz="2400" dirty="0">
                <a:latin typeface="Century Schoolbook" panose="02040604050505020304" pitchFamily="18" charset="0"/>
              </a:rPr>
              <a:t>, </a:t>
            </a:r>
            <a:r>
              <a:rPr lang="en-US" sz="2400" b="1" dirty="0">
                <a:latin typeface="Century Schoolbook" panose="02040604050505020304" pitchFamily="18" charset="0"/>
              </a:rPr>
              <a:t>Bladder</a:t>
            </a:r>
            <a:r>
              <a:rPr lang="en-US" sz="2400" dirty="0">
                <a:latin typeface="Century Schoolbook" panose="02040604050505020304" pitchFamily="18" charset="0"/>
              </a:rPr>
              <a:t> and </a:t>
            </a:r>
            <a:r>
              <a:rPr lang="en-US" sz="2400" b="1" dirty="0">
                <a:latin typeface="Century Schoolbook" panose="02040604050505020304" pitchFamily="18" charset="0"/>
              </a:rPr>
              <a:t>Urethra</a:t>
            </a:r>
            <a:r>
              <a:rPr lang="en-US" sz="2400" dirty="0">
                <a:latin typeface="Century Schoolbook" panose="020406040505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Century Schoolbook" panose="02040604050505020304" pitchFamily="18" charset="0"/>
              </a:rPr>
              <a:t>The system filters blood and create urine as a waste by-product. Urine is made up of Urea (produced when foods containing protein broken down),water and other waste products. </a:t>
            </a: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solidFill>
                <a:srgbClr val="2E2E2E"/>
              </a:solidFill>
              <a:effectLst/>
              <a:latin typeface="Century Schoolbook" panose="020406040505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endParaRPr lang="en-US" sz="2000" b="0" i="0" dirty="0">
              <a:effectLst/>
              <a:latin typeface="Century Schoolbook" panose="02040604050505020304" pitchFamily="18" charset="0"/>
            </a:endParaRPr>
          </a:p>
          <a:p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6CADF-468F-4CF7-B026-B5C61259593F}"/>
              </a:ext>
            </a:extLst>
          </p:cNvPr>
          <p:cNvSpPr txBox="1"/>
          <p:nvPr/>
        </p:nvSpPr>
        <p:spPr>
          <a:xfrm>
            <a:off x="840828" y="72751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</a:rPr>
              <a:t>What is Human Anatomy ?</a:t>
            </a:r>
          </a:p>
        </p:txBody>
      </p:sp>
    </p:spTree>
    <p:extLst>
      <p:ext uri="{BB962C8B-B14F-4D97-AF65-F5344CB8AC3E}">
        <p14:creationId xmlns:p14="http://schemas.microsoft.com/office/powerpoint/2010/main" val="1062977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5CD2C9-DB1A-4F95-8959-A7F115F47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94901-112A-42AA-A604-46B77A4E29E9}"/>
              </a:ext>
            </a:extLst>
          </p:cNvPr>
          <p:cNvSpPr txBox="1"/>
          <p:nvPr/>
        </p:nvSpPr>
        <p:spPr>
          <a:xfrm>
            <a:off x="5865316" y="181287"/>
            <a:ext cx="5917325" cy="8371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+mj-lt"/>
              </a:rPr>
              <a:t> Kidneys</a:t>
            </a:r>
            <a:endParaRPr lang="en-US" sz="3600" b="0" i="0" dirty="0">
              <a:effectLst/>
              <a:latin typeface="+mj-lt"/>
            </a:endParaRPr>
          </a:p>
          <a:p>
            <a:endParaRPr lang="en-US" sz="1800" b="0" i="0" dirty="0">
              <a:effectLst/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entury Schoolbook" panose="02040604050505020304" pitchFamily="18" charset="0"/>
              </a:rPr>
              <a:t>The </a:t>
            </a:r>
            <a:r>
              <a:rPr lang="en-US" sz="2400" dirty="0">
                <a:latin typeface="Century Schoolbook" panose="02040604050505020304" pitchFamily="18" charset="0"/>
              </a:rPr>
              <a:t>kidneys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 are a pair of bean-shaped organs on either side of </a:t>
            </a:r>
            <a:r>
              <a:rPr lang="en-US" sz="2400" dirty="0">
                <a:latin typeface="Century Schoolbook" panose="02040604050505020304" pitchFamily="18" charset="0"/>
              </a:rPr>
              <a:t>the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 </a:t>
            </a:r>
            <a:r>
              <a:rPr lang="en-US" sz="2400" dirty="0">
                <a:latin typeface="Century Schoolbook" panose="02040604050505020304" pitchFamily="18" charset="0"/>
              </a:rPr>
              <a:t>spine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, below </a:t>
            </a:r>
            <a:r>
              <a:rPr lang="en-US" sz="2400" dirty="0">
                <a:latin typeface="Century Schoolbook" panose="02040604050505020304" pitchFamily="18" charset="0"/>
              </a:rPr>
              <a:t>the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 ribs and behind </a:t>
            </a:r>
            <a:r>
              <a:rPr lang="en-US" sz="2400" dirty="0">
                <a:latin typeface="Century Schoolbook" panose="02040604050505020304" pitchFamily="18" charset="0"/>
              </a:rPr>
              <a:t>the</a:t>
            </a:r>
            <a:r>
              <a:rPr lang="en-US" sz="2400" b="0" i="0" dirty="0">
                <a:effectLst/>
                <a:latin typeface="Century Schoolbook" panose="02040604050505020304" pitchFamily="18" charset="0"/>
              </a:rPr>
              <a:t> belly.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entury Schoolbook" panose="020406040505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Century Schoolbook" panose="02040604050505020304" pitchFamily="18" charset="0"/>
              </a:rPr>
              <a:t>Functions of Kidney :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Removes waste products and medicines from the body.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Balances the body’s fluids.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Balances variety of electrolytes.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Releases hormones to control blood pressure.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Releases Erythropoietin to stimulate RBCs production.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Helps with bone health by controlling Calcium and Phosphorus.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000" dirty="0">
              <a:latin typeface="Century Schoolbook" panose="02040604050505020304" pitchFamily="18" charset="0"/>
            </a:endParaRPr>
          </a:p>
          <a:p>
            <a:pPr marL="800100" lvl="1" indent="-342900">
              <a:buFont typeface="Courier New" panose="02070309020205020404" pitchFamily="49" charset="0"/>
              <a:buChar char="o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b="0" i="0" dirty="0">
              <a:effectLst/>
              <a:latin typeface="Century Schoolbook" panose="02040604050505020304" pitchFamily="18" charset="0"/>
            </a:endParaRPr>
          </a:p>
          <a:p>
            <a:endParaRPr lang="en-US" sz="2400" b="0" i="0" dirty="0">
              <a:effectLst/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6C8DE-78AF-41D8-A26A-CB710BFDF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3572" y="-77657"/>
            <a:ext cx="5602015" cy="7013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699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4000">
              <a:srgbClr val="4575AD"/>
            </a:gs>
            <a:gs pos="74000">
              <a:srgbClr val="83A3C8"/>
            </a:gs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636A65DE-634E-4A99-8BF9-6269796FF2C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13025"/>
          <a:stretch/>
        </p:blipFill>
        <p:spPr>
          <a:xfrm>
            <a:off x="1702676" y="683172"/>
            <a:ext cx="8839200" cy="518444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A0F414-3391-4F39-A2B6-D0093A312E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1856" y="6360203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457200">
              <a:spcAft>
                <a:spcPts val="600"/>
              </a:spcAft>
            </a:pPr>
            <a:fld id="{78EB43C4-7051-7042-93B5-8C0653444BA6}" type="slidenum">
              <a:rPr 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 defTabSz="457200">
                <a:spcAft>
                  <a:spcPts val="600"/>
                </a:spcAft>
              </a:pPr>
              <a:t>5</a:t>
            </a:fld>
            <a:endParaRPr lang="en-US" sz="1000">
              <a:solidFill>
                <a:schemeClr val="tx1"/>
              </a:solidFill>
              <a:latin typeface="+mn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4504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7965A-35D3-4A36-8A92-C23E801DA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34755F-51CE-4139-9DCD-596F72DA128E}"/>
              </a:ext>
            </a:extLst>
          </p:cNvPr>
          <p:cNvSpPr txBox="1"/>
          <p:nvPr/>
        </p:nvSpPr>
        <p:spPr>
          <a:xfrm>
            <a:off x="6096000" y="335845"/>
            <a:ext cx="580745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b="0" i="0" dirty="0">
                <a:solidFill>
                  <a:srgbClr val="2E2E2E"/>
                </a:solidFill>
                <a:effectLst/>
                <a:latin typeface="Century Schoolbook" panose="02040604050505020304" pitchFamily="18" charset="0"/>
              </a:rPr>
              <a:t> </a:t>
            </a:r>
            <a:r>
              <a:rPr lang="en-US" sz="2000" b="0" i="0" dirty="0">
                <a:solidFill>
                  <a:srgbClr val="2E2E2E"/>
                </a:solidFill>
                <a:effectLst/>
                <a:latin typeface="Century Schoolbook" panose="02040604050505020304" pitchFamily="18" charset="0"/>
              </a:rPr>
              <a:t>The kidneys remove waste and extra fluid from the blood to make urine.</a:t>
            </a:r>
          </a:p>
          <a:p>
            <a:endParaRPr lang="en-US" sz="2000" b="0" i="0" dirty="0">
              <a:solidFill>
                <a:srgbClr val="2E2E2E"/>
              </a:solidFill>
              <a:effectLst/>
              <a:latin typeface="Century Schoolbook" panose="020406040505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E2E2E"/>
                </a:solidFill>
                <a:effectLst/>
                <a:latin typeface="Century Schoolbook" panose="02040604050505020304" pitchFamily="18" charset="0"/>
              </a:rPr>
              <a:t> The urine flows from the kidneys through the ureters, which are tube like structures, then to the bladder. </a:t>
            </a:r>
          </a:p>
          <a:p>
            <a:endParaRPr lang="en-US" sz="2000" b="0" i="0" dirty="0">
              <a:solidFill>
                <a:srgbClr val="2E2E2E"/>
              </a:solidFill>
              <a:effectLst/>
              <a:latin typeface="Century Schoolbook" panose="020406040505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202122"/>
                </a:solidFill>
                <a:latin typeface="Century Schoolbook" panose="02040604050505020304" pitchFamily="18" charset="0"/>
              </a:rPr>
              <a:t> Bladder is a hollow organ with muscular walls distensible (stretchable) </a:t>
            </a:r>
            <a:r>
              <a:rPr lang="en-US" sz="2000" dirty="0">
                <a:latin typeface="Century Schoolbook" panose="02040604050505020304" pitchFamily="18" charset="0"/>
              </a:rPr>
              <a:t>structure.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Upper part of the bladder is called as </a:t>
            </a:r>
            <a:r>
              <a:rPr lang="en-US" sz="2000" b="1" dirty="0">
                <a:latin typeface="Century Schoolbook" panose="02040604050505020304" pitchFamily="18" charset="0"/>
              </a:rPr>
              <a:t>Head </a:t>
            </a:r>
            <a:r>
              <a:rPr lang="en-US" sz="2000" dirty="0">
                <a:latin typeface="Century Schoolbook" panose="02040604050505020304" pitchFamily="18" charset="0"/>
              </a:rPr>
              <a:t>while the lower one called as </a:t>
            </a:r>
            <a:r>
              <a:rPr lang="en-US" sz="2000" b="1" dirty="0">
                <a:latin typeface="Century Schoolbook" panose="02040604050505020304" pitchFamily="18" charset="0"/>
              </a:rPr>
              <a:t>Neck</a:t>
            </a:r>
            <a:r>
              <a:rPr lang="en-US" sz="2000" dirty="0">
                <a:latin typeface="Century Schoolbook" panose="02040604050505020304" pitchFamily="18" charset="0"/>
              </a:rPr>
              <a:t>.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000" dirty="0">
                <a:latin typeface="Century Schoolbook" panose="02040604050505020304" pitchFamily="18" charset="0"/>
              </a:rPr>
              <a:t> Neck of the bladder contains ring of smooth muscles that remains contracted and keeps opening of bladder closed, this ring is called </a:t>
            </a:r>
            <a:r>
              <a:rPr lang="en-US" sz="2000" b="1" dirty="0">
                <a:latin typeface="Century Schoolbook" panose="02040604050505020304" pitchFamily="18" charset="0"/>
              </a:rPr>
              <a:t>Sphincter</a:t>
            </a:r>
            <a:r>
              <a:rPr lang="en-US" sz="2000" dirty="0">
                <a:latin typeface="Century Schoolbook" panose="02040604050505020304" pitchFamily="18" charset="0"/>
              </a:rPr>
              <a:t>.</a:t>
            </a:r>
          </a:p>
          <a:p>
            <a:pPr lvl="1"/>
            <a:endParaRPr lang="en-US" sz="2000" dirty="0">
              <a:latin typeface="Century Schoolbook" panose="020406040505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 The urine is expelled through a tube-like structure called Urethra.</a:t>
            </a:r>
          </a:p>
          <a:p>
            <a:endParaRPr lang="en-US" sz="1600" b="0" i="0" dirty="0">
              <a:solidFill>
                <a:srgbClr val="2E2E2E"/>
              </a:solidFill>
              <a:effectLst/>
              <a:latin typeface="Century Schoolbook" panose="020406040505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F9C71-BA3A-4E84-B0E9-8E1C1CDB8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103" y="-73572"/>
            <a:ext cx="5912559" cy="703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507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3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38BB41-B991-43CC-80C0-850280A838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EE2A7CAD-89A3-43AE-86D9-65B9C3517FD4}"/>
              </a:ext>
            </a:extLst>
          </p:cNvPr>
          <p:cNvSpPr txBox="1">
            <a:spLocks/>
          </p:cNvSpPr>
          <p:nvPr/>
        </p:nvSpPr>
        <p:spPr>
          <a:xfrm>
            <a:off x="409359" y="6113374"/>
            <a:ext cx="693853" cy="5988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A71A396E-52A5-41E1-965D-86FEA29F2A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81286305"/>
              </p:ext>
            </p:extLst>
          </p:nvPr>
        </p:nvGraphicFramePr>
        <p:xfrm>
          <a:off x="1854571" y="1307404"/>
          <a:ext cx="8240110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01A06CBE-6FAB-43EB-AA48-E0969D46928C}"/>
              </a:ext>
            </a:extLst>
          </p:cNvPr>
          <p:cNvSpPr txBox="1">
            <a:spLocks/>
          </p:cNvSpPr>
          <p:nvPr/>
        </p:nvSpPr>
        <p:spPr>
          <a:xfrm>
            <a:off x="1623347" y="119187"/>
            <a:ext cx="8714082" cy="510540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dirty="0"/>
              <a:t>Medical Condition : Urinary Incontinence</a:t>
            </a:r>
          </a:p>
        </p:txBody>
      </p:sp>
    </p:spTree>
    <p:extLst>
      <p:ext uri="{BB962C8B-B14F-4D97-AF65-F5344CB8AC3E}">
        <p14:creationId xmlns:p14="http://schemas.microsoft.com/office/powerpoint/2010/main" val="92248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A83ABF-0EA7-431B-8BA0-BB57B4FC3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F2A90A5-DDC8-402E-831D-89610C9F657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1982428"/>
              </p:ext>
            </p:extLst>
          </p:nvPr>
        </p:nvGraphicFramePr>
        <p:xfrm>
          <a:off x="1508290" y="1168919"/>
          <a:ext cx="9455149" cy="2452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2ADD0A-1AB6-41F7-9912-8A47FD02F5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49372920"/>
              </p:ext>
            </p:extLst>
          </p:nvPr>
        </p:nvGraphicFramePr>
        <p:xfrm>
          <a:off x="1508290" y="3715018"/>
          <a:ext cx="9521824" cy="2309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E232A75-BA76-4CB0-A88B-1745B2416490}"/>
              </a:ext>
            </a:extLst>
          </p:cNvPr>
          <p:cNvSpPr txBox="1"/>
          <p:nvPr/>
        </p:nvSpPr>
        <p:spPr>
          <a:xfrm>
            <a:off x="2722180" y="93754"/>
            <a:ext cx="81343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4000" dirty="0">
                <a:solidFill>
                  <a:srgbClr val="074791"/>
                </a:solidFill>
                <a:latin typeface="+mj-lt"/>
              </a:rPr>
              <a:t>Types of Urinary Incontinence</a:t>
            </a:r>
            <a:r>
              <a:rPr lang="en-US" sz="3600" dirty="0">
                <a:latin typeface="+mj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09537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007B6A-E066-4B03-A23C-5DB4C3126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9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B59D3D2-4BFD-45C8-8C0A-629557DD4CC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2018595"/>
              </p:ext>
            </p:extLst>
          </p:nvPr>
        </p:nvGraphicFramePr>
        <p:xfrm>
          <a:off x="2738438" y="340441"/>
          <a:ext cx="7186611" cy="4519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D543CB-1226-4592-9040-3614A28B34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10543575"/>
              </p:ext>
            </p:extLst>
          </p:nvPr>
        </p:nvGraphicFramePr>
        <p:xfrm>
          <a:off x="2738438" y="4600575"/>
          <a:ext cx="7186611" cy="2257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22C0DF1-4187-4EFF-9038-2DB69BE6B61E}"/>
              </a:ext>
            </a:extLst>
          </p:cNvPr>
          <p:cNvSpPr txBox="1"/>
          <p:nvPr/>
        </p:nvSpPr>
        <p:spPr>
          <a:xfrm>
            <a:off x="3371421" y="0"/>
            <a:ext cx="44672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                     Causes </a:t>
            </a:r>
          </a:p>
        </p:txBody>
      </p:sp>
    </p:spTree>
    <p:extLst>
      <p:ext uri="{BB962C8B-B14F-4D97-AF65-F5344CB8AC3E}">
        <p14:creationId xmlns:p14="http://schemas.microsoft.com/office/powerpoint/2010/main" val="41508441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820621-DA55-48E8-B682-F7FBBF186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5C4097-1A9B-4004-9258-5DA5C2074ADB}"/>
              </a:ext>
            </a:extLst>
          </p:cNvPr>
          <p:cNvSpPr txBox="1"/>
          <p:nvPr/>
        </p:nvSpPr>
        <p:spPr>
          <a:xfrm>
            <a:off x="850964" y="674604"/>
            <a:ext cx="10731436" cy="887778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800" i="0" dirty="0">
                <a:latin typeface="Century Schoolbook" panose="02040604050505020304" pitchFamily="18" charset="0"/>
              </a:rPr>
              <a:t>Symptoms :</a:t>
            </a:r>
          </a:p>
          <a:p>
            <a:pPr algn="l"/>
            <a:r>
              <a:rPr lang="en-US" sz="2000" b="0" i="0" dirty="0">
                <a:effectLst/>
                <a:latin typeface="Century Schoolbook" panose="02040604050505020304" pitchFamily="18" charset="0"/>
              </a:rPr>
              <a:t>Urinary incontinence is not a disease by itself. Urinary incontinence is a symptom of another health problem, usually weak pelvic floor muscles. </a:t>
            </a:r>
            <a:endParaRPr lang="en-US" sz="2000" b="0" i="0" baseline="30000" dirty="0">
              <a:effectLst/>
              <a:latin typeface="Century Schoolbook" panose="02040604050505020304" pitchFamily="18" charset="0"/>
            </a:endParaRPr>
          </a:p>
          <a:p>
            <a:pPr algn="l"/>
            <a:endParaRPr lang="en-US" sz="2000" b="0" i="0" dirty="0">
              <a:effectLst/>
              <a:latin typeface="Century Schoolbook" panose="020406040505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entury Schoolbook" panose="02040604050505020304" pitchFamily="18" charset="0"/>
              </a:rPr>
              <a:t> Pressure or spasms in the pelvic area that causes a strong urge to urinate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entury Schoolbook" panose="02040604050505020304" pitchFamily="18" charset="0"/>
              </a:rPr>
              <a:t> Going to the </a:t>
            </a:r>
            <a:r>
              <a:rPr lang="en-US" sz="2000" dirty="0">
                <a:latin typeface="Century Schoolbook" panose="02040604050505020304" pitchFamily="18" charset="0"/>
              </a:rPr>
              <a:t>rest</a:t>
            </a:r>
            <a:r>
              <a:rPr lang="en-US" sz="2000" b="0" i="0" dirty="0">
                <a:effectLst/>
                <a:latin typeface="Century Schoolbook" panose="02040604050505020304" pitchFamily="18" charset="0"/>
              </a:rPr>
              <a:t>room more than usual (more than eight times a day or more than twice at night)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Century Schoolbook" panose="02040604050505020304" pitchFamily="18" charset="0"/>
              </a:rPr>
              <a:t> Urinating while sleeping (bedwetting)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2000" i="0" dirty="0">
              <a:latin typeface="Century Schoolbook" panose="020406040505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800" i="0" dirty="0">
                <a:latin typeface="Century Schoolbook" panose="02040604050505020304" pitchFamily="18" charset="0"/>
              </a:rPr>
              <a:t>Complications :</a:t>
            </a:r>
          </a:p>
          <a:p>
            <a:pPr>
              <a:lnSpc>
                <a:spcPct val="0"/>
              </a:lnSpc>
              <a:buClr>
                <a:schemeClr val="accent1">
                  <a:lumMod val="75000"/>
                </a:schemeClr>
              </a:buClr>
              <a:buSzPct val="145000"/>
            </a:pPr>
            <a:endParaRPr lang="en-US" sz="2800" i="0" dirty="0">
              <a:latin typeface="Century Schoolbook" panose="02040604050505020304" pitchFamily="18" charset="0"/>
            </a:endParaRPr>
          </a:p>
          <a:p>
            <a:pPr indent="-342900">
              <a:lnSpc>
                <a:spcPct val="90000"/>
              </a:lnSpc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 pitchFamily="34" charset="0"/>
              <a:buChar char="•"/>
            </a:pPr>
            <a:r>
              <a:rPr lang="en-US" sz="2000" i="0" dirty="0">
                <a:latin typeface="Century Schoolbook" panose="02040604050505020304" pitchFamily="18" charset="0"/>
              </a:rPr>
              <a:t>Skin problems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i="0" dirty="0">
                <a:latin typeface="Century Schoolbook" panose="02040604050505020304" pitchFamily="18" charset="0"/>
              </a:rPr>
              <a:t>   Urinary tract infections 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i="0" dirty="0">
                <a:latin typeface="Century Schoolbook" panose="02040604050505020304" pitchFamily="18" charset="0"/>
              </a:rPr>
              <a:t>   Prolapse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2800" i="0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6016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2DF80D-FC74-40AF-875F-BBCD175056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4E616B-2EA0-492F-A7CC-B176E2F53D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6786296"/>
              </p:ext>
            </p:extLst>
          </p:nvPr>
        </p:nvGraphicFramePr>
        <p:xfrm>
          <a:off x="5188450" y="503434"/>
          <a:ext cx="6863138" cy="58151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BB24EDB-77C8-46B4-9D7D-267446BC66D0}"/>
              </a:ext>
            </a:extLst>
          </p:cNvPr>
          <p:cNvSpPr txBox="1"/>
          <p:nvPr/>
        </p:nvSpPr>
        <p:spPr>
          <a:xfrm>
            <a:off x="849557" y="1653909"/>
            <a:ext cx="3847614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3200" b="0" i="0" dirty="0">
                <a:latin typeface="+mj-lt"/>
              </a:rPr>
              <a:t>Treatment :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b="0" i="0" dirty="0">
                <a:latin typeface="Century Schoolbook" panose="02040604050505020304" pitchFamily="18" charset="0"/>
              </a:rPr>
              <a:t>Treatment for urinary incontinence depends on the type of incontinence, its severity and the underlying cause. A combination of treatments may be needed. </a:t>
            </a:r>
            <a:endParaRPr lang="en-US" sz="2400" dirty="0">
              <a:latin typeface="Century Schoolbook" panose="02040604050505020304" pitchFamily="18" charset="0"/>
            </a:endParaRPr>
          </a:p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D414A3-D64D-4DFD-A2AF-1B85F55B96C3}"/>
              </a:ext>
            </a:extLst>
          </p:cNvPr>
          <p:cNvCxnSpPr>
            <a:cxnSpLocks/>
          </p:cNvCxnSpPr>
          <p:nvPr/>
        </p:nvCxnSpPr>
        <p:spPr>
          <a:xfrm>
            <a:off x="4815983" y="1541124"/>
            <a:ext cx="0" cy="346239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399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5E00B35-909B-48F9-BE53-3738717D6F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C318FEF-09EB-42AF-8CD1-40D2EB4C11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421403"/>
              </p:ext>
            </p:extLst>
          </p:nvPr>
        </p:nvGraphicFramePr>
        <p:xfrm>
          <a:off x="-1962" y="21021"/>
          <a:ext cx="6182469" cy="6057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6C0B38F4-3BB8-40FB-B506-1E9A29E6AF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610245"/>
              </p:ext>
            </p:extLst>
          </p:nvPr>
        </p:nvGraphicFramePr>
        <p:xfrm>
          <a:off x="6355935" y="0"/>
          <a:ext cx="5836065" cy="60579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469EF17-E8C5-4452-AFB6-B421F94595EA}"/>
              </a:ext>
            </a:extLst>
          </p:cNvPr>
          <p:cNvSpPr txBox="1"/>
          <p:nvPr/>
        </p:nvSpPr>
        <p:spPr>
          <a:xfrm>
            <a:off x="221617" y="888581"/>
            <a:ext cx="1609726" cy="83099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</a:rPr>
              <a:t>Behavioral Techniques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8794EA-4A9B-4866-8CFB-2B797102A8CB}"/>
              </a:ext>
            </a:extLst>
          </p:cNvPr>
          <p:cNvSpPr txBox="1"/>
          <p:nvPr/>
        </p:nvSpPr>
        <p:spPr>
          <a:xfrm>
            <a:off x="2174094" y="1073248"/>
            <a:ext cx="1747028" cy="46166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Medications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BA3908-6496-46BE-9EE9-71AA780A536A}"/>
              </a:ext>
            </a:extLst>
          </p:cNvPr>
          <p:cNvSpPr txBox="1"/>
          <p:nvPr/>
        </p:nvSpPr>
        <p:spPr>
          <a:xfrm>
            <a:off x="4384996" y="888579"/>
            <a:ext cx="1522923" cy="83099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  <a:shade val="30000"/>
                  <a:satMod val="115000"/>
                </a:schemeClr>
              </a:gs>
              <a:gs pos="5000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Electrical Simulation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C51B5A-4996-49EA-9F47-A946727171F1}"/>
              </a:ext>
            </a:extLst>
          </p:cNvPr>
          <p:cNvSpPr txBox="1"/>
          <p:nvPr/>
        </p:nvSpPr>
        <p:spPr>
          <a:xfrm>
            <a:off x="6560763" y="978308"/>
            <a:ext cx="1374548" cy="83099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5000"/>
                  <a:shade val="30000"/>
                  <a:satMod val="115000"/>
                </a:schemeClr>
              </a:gs>
              <a:gs pos="50000">
                <a:schemeClr val="bg2">
                  <a:lumMod val="95000"/>
                  <a:shade val="67500"/>
                  <a:satMod val="115000"/>
                </a:schemeClr>
              </a:gs>
              <a:gs pos="100000">
                <a:schemeClr val="bg2">
                  <a:lumMod val="95000"/>
                  <a:shade val="100000"/>
                  <a:satMod val="115000"/>
                </a:schemeClr>
              </a:gs>
            </a:gsLst>
            <a:lin ang="108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Medical Devices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DF06FB-54F5-40CE-A98D-2C819DEF9F75}"/>
              </a:ext>
            </a:extLst>
          </p:cNvPr>
          <p:cNvSpPr txBox="1"/>
          <p:nvPr/>
        </p:nvSpPr>
        <p:spPr>
          <a:xfrm>
            <a:off x="8187870" y="978309"/>
            <a:ext cx="1944103" cy="830997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5000"/>
                  <a:shade val="30000"/>
                  <a:satMod val="115000"/>
                </a:schemeClr>
              </a:gs>
              <a:gs pos="50000">
                <a:schemeClr val="bg2">
                  <a:lumMod val="95000"/>
                  <a:shade val="67500"/>
                  <a:satMod val="115000"/>
                </a:schemeClr>
              </a:gs>
              <a:gs pos="100000">
                <a:schemeClr val="bg2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Interventional Therapies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C6258D-FF34-4DCE-9D67-8CE1AB0D8595}"/>
              </a:ext>
            </a:extLst>
          </p:cNvPr>
          <p:cNvSpPr txBox="1"/>
          <p:nvPr/>
        </p:nvSpPr>
        <p:spPr>
          <a:xfrm>
            <a:off x="10474723" y="1162973"/>
            <a:ext cx="1374527" cy="461665"/>
          </a:xfrm>
          <a:prstGeom prst="rect">
            <a:avLst/>
          </a:prstGeom>
          <a:gradFill flip="none" rotWithShape="1">
            <a:gsLst>
              <a:gs pos="0">
                <a:schemeClr val="bg2">
                  <a:lumMod val="95000"/>
                  <a:shade val="30000"/>
                  <a:satMod val="115000"/>
                </a:schemeClr>
              </a:gs>
              <a:gs pos="50000">
                <a:schemeClr val="bg2">
                  <a:lumMod val="95000"/>
                  <a:shade val="67500"/>
                  <a:satMod val="115000"/>
                </a:schemeClr>
              </a:gs>
              <a:gs pos="100000">
                <a:schemeClr val="bg2">
                  <a:lumMod val="95000"/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n-US" sz="2400" dirty="0"/>
              <a:t>  Surgery</a:t>
            </a:r>
          </a:p>
        </p:txBody>
      </p:sp>
    </p:spTree>
    <p:extLst>
      <p:ext uri="{BB962C8B-B14F-4D97-AF65-F5344CB8AC3E}">
        <p14:creationId xmlns:p14="http://schemas.microsoft.com/office/powerpoint/2010/main" val="551654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51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46415CC-5884-4A11-A30A-798E0CE9528D}"/>
              </a:ext>
            </a:extLst>
          </p:cNvPr>
          <p:cNvSpPr txBox="1">
            <a:spLocks/>
          </p:cNvSpPr>
          <p:nvPr/>
        </p:nvSpPr>
        <p:spPr>
          <a:xfrm>
            <a:off x="-378372" y="-95908"/>
            <a:ext cx="8881242" cy="1752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spcAft>
                <a:spcPts val="600"/>
              </a:spcAft>
            </a:pPr>
            <a:r>
              <a:rPr lang="en-US" sz="3600" dirty="0"/>
              <a:t>BD PureWick™ Urine Collection System 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469D7A-8D62-4464-9114-A7B5C48215CA}"/>
              </a:ext>
            </a:extLst>
          </p:cNvPr>
          <p:cNvSpPr txBox="1"/>
          <p:nvPr/>
        </p:nvSpPr>
        <p:spPr>
          <a:xfrm>
            <a:off x="315311" y="1335086"/>
            <a:ext cx="6516413" cy="45320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b="0" i="0" u="none" strike="noStrike" baseline="0" dirty="0">
                <a:latin typeface="Century Schoolbook" panose="02040604050505020304" pitchFamily="18" charset="0"/>
              </a:rPr>
              <a:t>After the PureWick™ Urine Collection System has been set up, place the PureWick™ External Catheter according to the PureWick™ External Catheter’s instructions for use.</a:t>
            </a:r>
          </a:p>
          <a:p>
            <a:pPr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2000" b="0" i="0" u="none" strike="noStrike" baseline="0" dirty="0">
              <a:latin typeface="Century Schoolbook" panose="02040604050505020304" pitchFamily="18" charset="0"/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b="0" i="0" u="none" strike="noStrike" baseline="0" dirty="0">
                <a:latin typeface="Century Schoolbook" panose="02040604050505020304" pitchFamily="18" charset="0"/>
              </a:rPr>
              <a:t>When the canister is ready to be emptied, remove the PureWick™ External Catheter according to the PureWick™ External Catheter’s instructions for use and throw away.</a:t>
            </a: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endParaRPr lang="en-US" sz="2000" dirty="0">
              <a:latin typeface="Century Schoolbook" panose="02040604050505020304" pitchFamily="18" charset="0"/>
            </a:endParaRPr>
          </a:p>
          <a:p>
            <a:pPr marL="285750" indent="-285750" defTabSz="457200"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</a:pPr>
            <a:r>
              <a:rPr lang="en-US" sz="2000" dirty="0">
                <a:latin typeface="Century Schoolbook" panose="02040604050505020304" pitchFamily="18" charset="0"/>
              </a:rPr>
              <a:t>Though canister can hold up to </a:t>
            </a:r>
            <a:r>
              <a:rPr lang="en-US" sz="2000" b="1" dirty="0">
                <a:latin typeface="Century Schoolbook" panose="02040604050505020304" pitchFamily="18" charset="0"/>
              </a:rPr>
              <a:t>2000 cc</a:t>
            </a:r>
            <a:r>
              <a:rPr lang="en-US" sz="2000" dirty="0">
                <a:latin typeface="Century Schoolbook" panose="02040604050505020304" pitchFamily="18" charset="0"/>
              </a:rPr>
              <a:t>, the urine must be emptied before volume reaches </a:t>
            </a:r>
            <a:r>
              <a:rPr lang="en-US" sz="2000" b="1" dirty="0">
                <a:latin typeface="Century Schoolbook" panose="02040604050505020304" pitchFamily="18" charset="0"/>
              </a:rPr>
              <a:t>1800 cc</a:t>
            </a:r>
            <a:r>
              <a:rPr lang="en-US" sz="2000" dirty="0">
                <a:latin typeface="Century Schoolbook" panose="02040604050505020304" pitchFamily="18" charset="0"/>
              </a:rPr>
              <a:t>.</a:t>
            </a:r>
          </a:p>
        </p:txBody>
      </p:sp>
      <p:pic>
        <p:nvPicPr>
          <p:cNvPr id="4" name="Content Placeholder 7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FAE31A1D-DC44-40E3-B90C-A50996F77BA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43" t="49086" r="59825" b="8232"/>
          <a:stretch/>
        </p:blipFill>
        <p:spPr>
          <a:xfrm>
            <a:off x="8502870" y="1"/>
            <a:ext cx="3689130" cy="261992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E3781A-7F78-479C-98C8-A6B53A96DC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1856" y="5867131"/>
            <a:ext cx="55116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78EB43C4-7051-7042-93B5-8C0653444BA6}" type="slidenum">
              <a:rPr lang="en-US" sz="1000" smtClean="0">
                <a:solidFill>
                  <a:schemeClr val="tx1"/>
                </a:solidFill>
                <a:latin typeface="+mn-lt"/>
                <a:cs typeface="+mn-cs"/>
              </a:rPr>
              <a:pPr algn="r">
                <a:spcAft>
                  <a:spcPts val="600"/>
                </a:spcAft>
              </a:pPr>
              <a:t>13</a:t>
            </a:fld>
            <a:endParaRPr lang="en-US" sz="1000">
              <a:solidFill>
                <a:schemeClr val="tx1"/>
              </a:solidFill>
              <a:latin typeface="+mn-lt"/>
              <a:cs typeface="+mn-cs"/>
            </a:endParaRPr>
          </a:p>
        </p:txBody>
      </p:sp>
      <p:pic>
        <p:nvPicPr>
          <p:cNvPr id="5" name="Picture 4" descr="Diagram&#10;&#10;Description automatically generated">
            <a:extLst>
              <a:ext uri="{FF2B5EF4-FFF2-40B4-BE49-F238E27FC236}">
                <a16:creationId xmlns:a16="http://schemas.microsoft.com/office/drawing/2014/main" id="{8EA4FE7C-CE4D-498A-9519-8E9B90AF7E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059"/>
          <a:stretch/>
        </p:blipFill>
        <p:spPr>
          <a:xfrm>
            <a:off x="7262649" y="2809879"/>
            <a:ext cx="4929351" cy="3239814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</p:pic>
    </p:spTree>
    <p:extLst>
      <p:ext uri="{BB962C8B-B14F-4D97-AF65-F5344CB8AC3E}">
        <p14:creationId xmlns:p14="http://schemas.microsoft.com/office/powerpoint/2010/main" val="97825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9545">
              <a:srgbClr val="A1B9D5"/>
            </a:gs>
            <a:gs pos="75000">
              <a:srgbClr val="A1B9D5"/>
            </a:gs>
            <a:gs pos="19670">
              <a:srgbClr val="FFFFFF"/>
            </a:gs>
            <a:gs pos="3000">
              <a:srgbClr val="E4EBF3"/>
            </a:gs>
            <a:gs pos="27000">
              <a:schemeClr val="accent1">
                <a:lumMod val="0"/>
                <a:lumOff val="100000"/>
              </a:schemeClr>
            </a:gs>
            <a:gs pos="21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9A81EA-7A19-436B-A20C-AE0275EC42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" name="Content Placeholder 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09A1FA41-A045-4BE4-8910-800EF91CD09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74" t="9940" r="30532" b="5567"/>
          <a:stretch/>
        </p:blipFill>
        <p:spPr>
          <a:xfrm>
            <a:off x="6534151" y="-41095"/>
            <a:ext cx="5657850" cy="5897366"/>
          </a:xfrm>
          <a:prstGeom prst="rect">
            <a:avLst/>
          </a:prstGeom>
        </p:spPr>
      </p:pic>
      <p:graphicFrame>
        <p:nvGraphicFramePr>
          <p:cNvPr id="4" name="TextBox 2">
            <a:extLst>
              <a:ext uri="{FF2B5EF4-FFF2-40B4-BE49-F238E27FC236}">
                <a16:creationId xmlns:a16="http://schemas.microsoft.com/office/drawing/2014/main" id="{3BBF4021-2250-4782-8296-5C0C103DB0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7290256"/>
              </p:ext>
            </p:extLst>
          </p:nvPr>
        </p:nvGraphicFramePr>
        <p:xfrm>
          <a:off x="756285" y="643315"/>
          <a:ext cx="4772025" cy="4774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147310-B669-4A9A-8960-180F84228620}"/>
              </a:ext>
            </a:extLst>
          </p:cNvPr>
          <p:cNvCxnSpPr>
            <a:cxnSpLocks/>
          </p:cNvCxnSpPr>
          <p:nvPr/>
        </p:nvCxnSpPr>
        <p:spPr>
          <a:xfrm flipH="1">
            <a:off x="6534150" y="-29309"/>
            <a:ext cx="19051" cy="58973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44AADF0-FB5E-46B7-AC6F-8FC82B7F39DA}"/>
              </a:ext>
            </a:extLst>
          </p:cNvPr>
          <p:cNvCxnSpPr>
            <a:cxnSpLocks/>
          </p:cNvCxnSpPr>
          <p:nvPr/>
        </p:nvCxnSpPr>
        <p:spPr>
          <a:xfrm flipV="1">
            <a:off x="6534151" y="5856271"/>
            <a:ext cx="5657849" cy="2357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45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44C8C9-35FC-4C8B-B715-F2BFB10202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F4C16F8A-C884-464B-9F38-9AF334298FE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6" t="18056" r="14845" b="11389"/>
          <a:stretch/>
        </p:blipFill>
        <p:spPr>
          <a:xfrm>
            <a:off x="6747646" y="-21021"/>
            <a:ext cx="5444353" cy="59068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787433B-0336-46D9-AE28-9EC2D61EBA45}"/>
              </a:ext>
            </a:extLst>
          </p:cNvPr>
          <p:cNvSpPr txBox="1"/>
          <p:nvPr/>
        </p:nvSpPr>
        <p:spPr>
          <a:xfrm>
            <a:off x="6747645" y="537999"/>
            <a:ext cx="1702667" cy="92333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FEC – Female External Catheter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007DE4-40B4-4F59-9568-F6399F9B91D1}"/>
              </a:ext>
            </a:extLst>
          </p:cNvPr>
          <p:cNvSpPr txBox="1"/>
          <p:nvPr/>
        </p:nvSpPr>
        <p:spPr>
          <a:xfrm>
            <a:off x="756285" y="834587"/>
            <a:ext cx="49149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+mj-lt"/>
              </a:rPr>
              <a:t>Female External Catheter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The PureWick™ Female External Catheter (FEC) is intended for non-invasive urine output management for female patients.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Properly place the PureWick™ FEC snugly between the labia and gluteus.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Replace the PureWick™ FEC every 8-12 hours or when soiled with feces or blood.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Century Schoolbook" panose="02040604050505020304" pitchFamily="18" charset="0"/>
              </a:rPr>
              <a:t>Change suction tubing at least every thirty (30)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entury Schoolbook" panose="02040604050505020304" pitchFamily="18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69E1112-4488-4401-8D18-260C0D73C05B}"/>
              </a:ext>
            </a:extLst>
          </p:cNvPr>
          <p:cNvCxnSpPr>
            <a:cxnSpLocks/>
          </p:cNvCxnSpPr>
          <p:nvPr/>
        </p:nvCxnSpPr>
        <p:spPr>
          <a:xfrm>
            <a:off x="6747643" y="-31531"/>
            <a:ext cx="4" cy="591732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349BB8-4731-410F-9E07-DB1E0680995F}"/>
              </a:ext>
            </a:extLst>
          </p:cNvPr>
          <p:cNvCxnSpPr>
            <a:cxnSpLocks/>
          </p:cNvCxnSpPr>
          <p:nvPr/>
        </p:nvCxnSpPr>
        <p:spPr>
          <a:xfrm flipH="1" flipV="1">
            <a:off x="6747643" y="5885793"/>
            <a:ext cx="5444359" cy="1051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6493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5000"/>
                <a:lumOff val="95000"/>
              </a:schemeClr>
            </a:gs>
            <a:gs pos="74000">
              <a:schemeClr val="accent4">
                <a:lumMod val="45000"/>
                <a:lumOff val="55000"/>
              </a:schemeClr>
            </a:gs>
            <a:gs pos="83000">
              <a:schemeClr val="accent4">
                <a:lumMod val="45000"/>
                <a:lumOff val="55000"/>
              </a:schemeClr>
            </a:gs>
            <a:gs pos="100000">
              <a:schemeClr val="accent4">
                <a:lumMod val="30000"/>
                <a:lumOff val="7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BABF4-85E5-48D6-B769-27AA0F0F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7935" y="199484"/>
            <a:ext cx="2056130" cy="789765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solidFill>
                  <a:srgbClr val="074791"/>
                </a:solidFill>
                <a:latin typeface="+mj-lt"/>
              </a:rPr>
              <a:t>Summary</a:t>
            </a:r>
            <a:br>
              <a:rPr lang="en-US" sz="3600" dirty="0">
                <a:solidFill>
                  <a:srgbClr val="074791"/>
                </a:solidFill>
                <a:latin typeface="+mj-lt"/>
              </a:rPr>
            </a:br>
            <a:endParaRPr lang="en-US" sz="3600" dirty="0">
              <a:solidFill>
                <a:srgbClr val="074791"/>
              </a:solidFill>
              <a:latin typeface="+mj-lt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AD7850-52BC-4E98-9CB1-2F46EE7C8B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50" kern="1200">
                <a:solidFill>
                  <a:schemeClr val="tx1">
                    <a:lumMod val="50000"/>
                    <a:lumOff val="50000"/>
                  </a:schemeClr>
                </a:solidFill>
                <a:latin typeface="Verdana"/>
                <a:ea typeface="+mn-ea"/>
                <a:cs typeface="Verdan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8EB43C4-7051-7042-93B5-8C0653444BA6}" type="slidenum">
              <a:rPr lang="en-US" smtClean="0"/>
              <a:pPr/>
              <a:t>16</a:t>
            </a:fld>
            <a:endParaRPr lang="en-US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24489E7-6589-4FE3-9567-2CCA81447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231382"/>
              </p:ext>
            </p:extLst>
          </p:nvPr>
        </p:nvGraphicFramePr>
        <p:xfrm>
          <a:off x="265830" y="1067682"/>
          <a:ext cx="7164985" cy="5195951"/>
        </p:xfrm>
        <a:graphic>
          <a:graphicData uri="http://schemas.openxmlformats.org/drawingml/2006/table">
            <a:tbl>
              <a:tblPr firstRow="1" bandRow="1">
                <a:effectLst>
                  <a:innerShdw blurRad="114300">
                    <a:prstClr val="black"/>
                  </a:innerShdw>
                </a:effectLst>
                <a:tableStyleId>{5C22544A-7EE6-4342-B048-85BDC9FD1C3A}</a:tableStyleId>
              </a:tblPr>
              <a:tblGrid>
                <a:gridCol w="3181188">
                  <a:extLst>
                    <a:ext uri="{9D8B030D-6E8A-4147-A177-3AD203B41FA5}">
                      <a16:colId xmlns:a16="http://schemas.microsoft.com/office/drawing/2014/main" val="1390862483"/>
                    </a:ext>
                  </a:extLst>
                </a:gridCol>
                <a:gridCol w="3983797">
                  <a:extLst>
                    <a:ext uri="{9D8B030D-6E8A-4147-A177-3AD203B41FA5}">
                      <a16:colId xmlns:a16="http://schemas.microsoft.com/office/drawing/2014/main" val="2333603915"/>
                    </a:ext>
                  </a:extLst>
                </a:gridCol>
              </a:tblGrid>
              <a:tr h="77117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</a:t>
                      </a:r>
                      <a:r>
                        <a:rPr lang="en-US" sz="2400" dirty="0">
                          <a:latin typeface="Century Schoolbook" panose="02040604050505020304" pitchFamily="18" charset="0"/>
                        </a:rPr>
                        <a:t> Components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     </a:t>
                      </a:r>
                      <a:r>
                        <a:rPr lang="en-US" sz="2400" dirty="0">
                          <a:latin typeface="Century Schoolbook" panose="02040604050505020304" pitchFamily="18" charset="0"/>
                        </a:rPr>
                        <a:t>   Functions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9976544"/>
                  </a:ext>
                </a:extLst>
              </a:tr>
              <a:tr h="401421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 Canister ( 2000 cc)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      Urine collection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5689107"/>
                  </a:ext>
                </a:extLst>
              </a:tr>
              <a:tr h="6194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Female External Catheter (FEC)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Catheter for non-invasive urine output  management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6224930"/>
                  </a:ext>
                </a:extLst>
              </a:tr>
              <a:tr h="88486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   Vacuum Station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Diaphragm pump present inside creates a negative pressure/ suction pull in </a:t>
                      </a:r>
                      <a:r>
                        <a:rPr lang="en-US" sz="1800">
                          <a:latin typeface="Century Schoolbook" panose="02040604050505020304" pitchFamily="18" charset="0"/>
                        </a:rPr>
                        <a:t>the canister</a:t>
                      </a:r>
                      <a:endParaRPr lang="en-US" sz="1800" dirty="0">
                        <a:latin typeface="Century Schoolbook" panose="020406040505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422363"/>
                  </a:ext>
                </a:extLst>
              </a:tr>
              <a:tr h="88486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16’’ vacuum tubing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Creates a vacuum in the canister by moving air out from vacuum connector port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7251192"/>
                  </a:ext>
                </a:extLst>
              </a:tr>
              <a:tr h="61940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     70’’ patient  tubing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Carries away urine from the FEC to the canister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1887"/>
                  </a:ext>
                </a:extLst>
              </a:tr>
              <a:tr h="884866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 Electrical Circuit ( PCBA)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entury Schoolbook" panose="02040604050505020304" pitchFamily="18" charset="0"/>
                        </a:rPr>
                        <a:t>Provides information on the Battery Life Status using LED light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50834"/>
                  </a:ext>
                </a:extLst>
              </a:tr>
            </a:tbl>
          </a:graphicData>
        </a:graphic>
      </p:graphicFrame>
      <p:pic>
        <p:nvPicPr>
          <p:cNvPr id="1026" name="Picture 2" descr="How to Get PureWick - Purewick at Home">
            <a:extLst>
              <a:ext uri="{FF2B5EF4-FFF2-40B4-BE49-F238E27FC236}">
                <a16:creationId xmlns:a16="http://schemas.microsoft.com/office/drawing/2014/main" id="{18504D07-5476-4FA4-A2B6-12EACE1870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6" t="8556" r="3276" b="9329"/>
          <a:stretch/>
        </p:blipFill>
        <p:spPr bwMode="auto">
          <a:xfrm>
            <a:off x="7887854" y="1810327"/>
            <a:ext cx="3897745" cy="36760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1325806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4791">
            <a:alpha val="9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DF745BB-F8BA-4A43-8EF5-81E2F27AE3B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01438" y="1694180"/>
            <a:ext cx="7654247" cy="4336750"/>
          </a:xfrm>
        </p:spPr>
        <p:txBody>
          <a:bodyPr/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>
                <a:latin typeface="Century Schoolbook" panose="02040604050505020304" pitchFamily="18" charset="0"/>
              </a:rPr>
              <a:t>Design an electronic architecture for new version of </a:t>
            </a:r>
            <a:r>
              <a:rPr lang="en-US" sz="2400" b="1" dirty="0">
                <a:latin typeface="Century Schoolbook" panose="02040604050505020304" pitchFamily="18" charset="0"/>
              </a:rPr>
              <a:t>BD </a:t>
            </a:r>
            <a:r>
              <a:rPr lang="en-US" sz="2400" b="1" i="0" u="none" strike="noStrike" baseline="0" dirty="0">
                <a:latin typeface="Century Schoolbook" panose="02040604050505020304" pitchFamily="18" charset="0"/>
              </a:rPr>
              <a:t>PureWick™</a:t>
            </a:r>
            <a:r>
              <a:rPr lang="en-US" sz="2400" b="1" dirty="0">
                <a:latin typeface="Century Schoolbook" panose="02040604050505020304" pitchFamily="18" charset="0"/>
              </a:rPr>
              <a:t> Urine Collection System</a:t>
            </a:r>
            <a:r>
              <a:rPr lang="en-US" sz="2400" dirty="0">
                <a:latin typeface="Century Schoolbook" panose="02040604050505020304" pitchFamily="18" charset="0"/>
              </a:rPr>
              <a:t>, aimed at achieving some improvements. 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endParaRPr lang="en-US" sz="2400" b="1" dirty="0">
              <a:latin typeface="Century Schoolbook" panose="02040604050505020304" pitchFamily="18" charset="0"/>
            </a:endParaRP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</a:pPr>
            <a:r>
              <a:rPr lang="en-US" sz="2400" dirty="0">
                <a:latin typeface="Century Schoolbook" panose="02040604050505020304" pitchFamily="18" charset="0"/>
              </a:rPr>
              <a:t>Improvement Features: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 Reduce the overall footprint and make the system portable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Century Schoolbook" panose="02040604050505020304" pitchFamily="18" charset="0"/>
              </a:rPr>
              <a:t> Making the system smart and intuitive</a:t>
            </a:r>
          </a:p>
          <a:p>
            <a:endParaRPr lang="en-US" sz="3200" dirty="0"/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600"/>
              </a:spcAft>
              <a:buClr>
                <a:schemeClr val="bg1"/>
              </a:buClr>
              <a:buSzPct val="145000"/>
            </a:pPr>
            <a:br>
              <a:rPr lang="en-US" sz="2400" b="1" dirty="0">
                <a:latin typeface="Century Schoolbook" panose="02040604050505020304" pitchFamily="18" charset="0"/>
              </a:rPr>
            </a:br>
            <a:endParaRPr lang="en-US" sz="2400" b="1" dirty="0">
              <a:latin typeface="Century Schoolbook" panose="02040604050505020304" pitchFamily="18" charset="0"/>
            </a:endParaRP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3D8E419-33A9-415E-99E0-BF3E8376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1232" y="276585"/>
            <a:ext cx="4407605" cy="886466"/>
          </a:xfrm>
        </p:spPr>
        <p:txBody>
          <a:bodyPr anchor="ctr">
            <a:normAutofit fontScale="90000"/>
          </a:bodyPr>
          <a:lstStyle/>
          <a:p>
            <a:r>
              <a:rPr lang="en-US" sz="4000" dirty="0">
                <a:latin typeface="+mj-lt"/>
              </a:rPr>
              <a:t>Internship Assignment</a:t>
            </a:r>
          </a:p>
        </p:txBody>
      </p:sp>
    </p:spTree>
    <p:extLst>
      <p:ext uri="{BB962C8B-B14F-4D97-AF65-F5344CB8AC3E}">
        <p14:creationId xmlns:p14="http://schemas.microsoft.com/office/powerpoint/2010/main" val="1179838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accent4">
                <a:lumMod val="5000"/>
                <a:lumOff val="95000"/>
              </a:schemeClr>
            </a:gs>
            <a:gs pos="75000">
              <a:schemeClr val="accent4">
                <a:lumMod val="45000"/>
                <a:lumOff val="5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F0AD0-E660-4EF3-8FFD-4E6AF0B9F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423" y="-184181"/>
            <a:ext cx="7001235" cy="1103171"/>
          </a:xfrm>
        </p:spPr>
        <p:txBody>
          <a:bodyPr/>
          <a:lstStyle/>
          <a:p>
            <a:r>
              <a:rPr lang="en-US" dirty="0">
                <a:solidFill>
                  <a:srgbClr val="074791"/>
                </a:solidFill>
                <a:latin typeface="+mj-lt"/>
              </a:rPr>
              <a:t>Proposed Electronic Architecture: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BBAF20-AF9A-4C71-81EF-94B66886B987}"/>
              </a:ext>
            </a:extLst>
          </p:cNvPr>
          <p:cNvSpPr/>
          <p:nvPr/>
        </p:nvSpPr>
        <p:spPr>
          <a:xfrm>
            <a:off x="458035" y="957456"/>
            <a:ext cx="1723697" cy="10300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31D74A-7E18-4D6C-A28A-B1EBBB0083B6}"/>
              </a:ext>
            </a:extLst>
          </p:cNvPr>
          <p:cNvSpPr/>
          <p:nvPr/>
        </p:nvSpPr>
        <p:spPr>
          <a:xfrm>
            <a:off x="5176346" y="944049"/>
            <a:ext cx="1839307" cy="10300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C9E1C5C-4C48-4C7D-ABDC-603C3A4820C3}"/>
              </a:ext>
            </a:extLst>
          </p:cNvPr>
          <p:cNvSpPr/>
          <p:nvPr/>
        </p:nvSpPr>
        <p:spPr>
          <a:xfrm>
            <a:off x="2821388" y="1129240"/>
            <a:ext cx="1776248" cy="66680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A63466-B12F-48FC-9691-5749FBD92AA1}"/>
              </a:ext>
            </a:extLst>
          </p:cNvPr>
          <p:cNvSpPr/>
          <p:nvPr/>
        </p:nvSpPr>
        <p:spPr>
          <a:xfrm>
            <a:off x="5804178" y="5407994"/>
            <a:ext cx="1564169" cy="7294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7BAEF8-3B13-4662-880D-83F01F5711BA}"/>
              </a:ext>
            </a:extLst>
          </p:cNvPr>
          <p:cNvSpPr/>
          <p:nvPr/>
        </p:nvSpPr>
        <p:spPr>
          <a:xfrm>
            <a:off x="6618074" y="3174989"/>
            <a:ext cx="2035062" cy="71903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339179-C5F9-4D35-A22F-DAA7AF0A80FD}"/>
              </a:ext>
            </a:extLst>
          </p:cNvPr>
          <p:cNvSpPr/>
          <p:nvPr/>
        </p:nvSpPr>
        <p:spPr>
          <a:xfrm>
            <a:off x="8035753" y="5429550"/>
            <a:ext cx="1567226" cy="70788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8289D4-2287-4FE8-8CA4-6E2CBB2C72B5}"/>
              </a:ext>
            </a:extLst>
          </p:cNvPr>
          <p:cNvSpPr/>
          <p:nvPr/>
        </p:nvSpPr>
        <p:spPr>
          <a:xfrm>
            <a:off x="9998553" y="3102949"/>
            <a:ext cx="1723697" cy="84619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809CBE-9CB2-4112-A83F-A63081F503B3}"/>
              </a:ext>
            </a:extLst>
          </p:cNvPr>
          <p:cNvSpPr/>
          <p:nvPr/>
        </p:nvSpPr>
        <p:spPr>
          <a:xfrm>
            <a:off x="9590660" y="957456"/>
            <a:ext cx="1629106" cy="10300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EEA6651-5370-4597-A03F-359D829EF117}"/>
              </a:ext>
            </a:extLst>
          </p:cNvPr>
          <p:cNvSpPr/>
          <p:nvPr/>
        </p:nvSpPr>
        <p:spPr>
          <a:xfrm>
            <a:off x="2797075" y="3029818"/>
            <a:ext cx="2180897" cy="103001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569B49A-E9CC-404F-B007-421A24C80C3B}"/>
              </a:ext>
            </a:extLst>
          </p:cNvPr>
          <p:cNvCxnSpPr>
            <a:cxnSpLocks/>
            <a:stCxn id="3" idx="3"/>
            <a:endCxn id="22" idx="1"/>
          </p:cNvCxnSpPr>
          <p:nvPr/>
        </p:nvCxnSpPr>
        <p:spPr>
          <a:xfrm flipV="1">
            <a:off x="2181732" y="1460460"/>
            <a:ext cx="631308" cy="12003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60FFD33-2A19-496D-9C12-4619B47A9584}"/>
              </a:ext>
            </a:extLst>
          </p:cNvPr>
          <p:cNvSpPr txBox="1"/>
          <p:nvPr/>
        </p:nvSpPr>
        <p:spPr>
          <a:xfrm>
            <a:off x="611328" y="971806"/>
            <a:ext cx="166063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Sensor detecting urine in FEC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EA48BA-02A3-4504-8156-B13D94D366E7}"/>
              </a:ext>
            </a:extLst>
          </p:cNvPr>
          <p:cNvSpPr txBox="1"/>
          <p:nvPr/>
        </p:nvSpPr>
        <p:spPr>
          <a:xfrm>
            <a:off x="2813040" y="1260405"/>
            <a:ext cx="18077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Microcontroller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C6E8AA3-E35E-40C9-AC0A-D56781A68DBD}"/>
              </a:ext>
            </a:extLst>
          </p:cNvPr>
          <p:cNvCxnSpPr>
            <a:cxnSpLocks/>
            <a:stCxn id="5" idx="3"/>
            <a:endCxn id="62" idx="1"/>
          </p:cNvCxnSpPr>
          <p:nvPr/>
        </p:nvCxnSpPr>
        <p:spPr>
          <a:xfrm>
            <a:off x="4597636" y="1462644"/>
            <a:ext cx="564258" cy="0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396390-2DC6-4FBF-8EF9-7D9356F5C11C}"/>
              </a:ext>
            </a:extLst>
          </p:cNvPr>
          <p:cNvCxnSpPr>
            <a:cxnSpLocks/>
            <a:stCxn id="86" idx="3"/>
          </p:cNvCxnSpPr>
          <p:nvPr/>
        </p:nvCxnSpPr>
        <p:spPr>
          <a:xfrm>
            <a:off x="8653556" y="3519121"/>
            <a:ext cx="1344997" cy="6925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1347C2E-2063-4CBF-9622-84074726B372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4974506" y="3534509"/>
            <a:ext cx="1643568" cy="10315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CE8746E-E733-4A02-96F0-FB7FB988EEAA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7635605" y="2291255"/>
            <a:ext cx="0" cy="883734"/>
          </a:xfrm>
          <a:prstGeom prst="straightConnector1">
            <a:avLst/>
          </a:prstGeom>
          <a:ln>
            <a:solidFill>
              <a:schemeClr val="tx1">
                <a:lumMod val="50000"/>
              </a:schemeClr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681F371-8A5F-44AB-A589-37BF3C64FF3B}"/>
              </a:ext>
            </a:extLst>
          </p:cNvPr>
          <p:cNvCxnSpPr>
            <a:cxnSpLocks/>
            <a:stCxn id="4" idx="3"/>
            <a:endCxn id="10" idx="1"/>
          </p:cNvCxnSpPr>
          <p:nvPr/>
        </p:nvCxnSpPr>
        <p:spPr>
          <a:xfrm>
            <a:off x="7015653" y="1459056"/>
            <a:ext cx="2575007" cy="13407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4" name="Connector: Curved 53">
            <a:extLst>
              <a:ext uri="{FF2B5EF4-FFF2-40B4-BE49-F238E27FC236}">
                <a16:creationId xmlns:a16="http://schemas.microsoft.com/office/drawing/2014/main" id="{0B67B0E6-3E4F-4594-A1FD-28316E54E7F0}"/>
              </a:ext>
            </a:extLst>
          </p:cNvPr>
          <p:cNvCxnSpPr>
            <a:cxnSpLocks/>
            <a:endCxn id="19" idx="0"/>
          </p:cNvCxnSpPr>
          <p:nvPr/>
        </p:nvCxnSpPr>
        <p:spPr>
          <a:xfrm rot="16200000" flipH="1">
            <a:off x="7554331" y="4152734"/>
            <a:ext cx="1535522" cy="1018110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6A5B18A5-F89C-4F99-925F-5941209E47CD}"/>
              </a:ext>
            </a:extLst>
          </p:cNvPr>
          <p:cNvCxnSpPr>
            <a:cxnSpLocks/>
            <a:stCxn id="7" idx="2"/>
          </p:cNvCxnSpPr>
          <p:nvPr/>
        </p:nvCxnSpPr>
        <p:spPr>
          <a:xfrm rot="5400000">
            <a:off x="6319020" y="4087783"/>
            <a:ext cx="1510340" cy="112283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232E022-1B2E-4543-A2E6-18CF2BC294FB}"/>
              </a:ext>
            </a:extLst>
          </p:cNvPr>
          <p:cNvSpPr txBox="1"/>
          <p:nvPr/>
        </p:nvSpPr>
        <p:spPr>
          <a:xfrm>
            <a:off x="5161894" y="1108701"/>
            <a:ext cx="187609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   Bluetooth (Transmitter)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38D9EF-6F43-43FD-89F9-E0C042B619C4}"/>
              </a:ext>
            </a:extLst>
          </p:cNvPr>
          <p:cNvSpPr txBox="1"/>
          <p:nvPr/>
        </p:nvSpPr>
        <p:spPr>
          <a:xfrm>
            <a:off x="9666858" y="1111144"/>
            <a:ext cx="14767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 Bluetooth         (Receiver)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C853D82-7C1D-4819-A400-CE6FC591238D}"/>
              </a:ext>
            </a:extLst>
          </p:cNvPr>
          <p:cNvSpPr txBox="1"/>
          <p:nvPr/>
        </p:nvSpPr>
        <p:spPr>
          <a:xfrm>
            <a:off x="6656590" y="3319066"/>
            <a:ext cx="19969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Microcontroller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1781F977-E7EF-4862-9E79-A5B6E939954E}"/>
              </a:ext>
            </a:extLst>
          </p:cNvPr>
          <p:cNvCxnSpPr>
            <a:cxnSpLocks/>
          </p:cNvCxnSpPr>
          <p:nvPr/>
        </p:nvCxnSpPr>
        <p:spPr>
          <a:xfrm flipV="1">
            <a:off x="3887523" y="4223867"/>
            <a:ext cx="3236882" cy="1838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1752A4A-1426-4695-9368-1385F8C67F9D}"/>
              </a:ext>
            </a:extLst>
          </p:cNvPr>
          <p:cNvCxnSpPr>
            <a:cxnSpLocks/>
          </p:cNvCxnSpPr>
          <p:nvPr/>
        </p:nvCxnSpPr>
        <p:spPr>
          <a:xfrm>
            <a:off x="3887523" y="4059831"/>
            <a:ext cx="0" cy="18242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5496029-2E3C-4B27-B266-67F126573349}"/>
              </a:ext>
            </a:extLst>
          </p:cNvPr>
          <p:cNvSpPr txBox="1"/>
          <p:nvPr/>
        </p:nvSpPr>
        <p:spPr>
          <a:xfrm>
            <a:off x="10028084" y="3172102"/>
            <a:ext cx="17236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Alert System             (Buzzer)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F5C61E2-B8E9-4FD8-870C-CFEDEDFE555B}"/>
              </a:ext>
            </a:extLst>
          </p:cNvPr>
          <p:cNvSpPr txBox="1"/>
          <p:nvPr/>
        </p:nvSpPr>
        <p:spPr>
          <a:xfrm>
            <a:off x="8142898" y="5429550"/>
            <a:ext cx="137649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Pump not works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5C75733-D2DD-434C-979B-D7876A55AB51}"/>
              </a:ext>
            </a:extLst>
          </p:cNvPr>
          <p:cNvSpPr txBox="1"/>
          <p:nvPr/>
        </p:nvSpPr>
        <p:spPr>
          <a:xfrm>
            <a:off x="5767244" y="5404368"/>
            <a:ext cx="167529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Pump starts working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23E4177-1D73-411F-92E8-5E7B6B3755AE}"/>
              </a:ext>
            </a:extLst>
          </p:cNvPr>
          <p:cNvSpPr txBox="1"/>
          <p:nvPr/>
        </p:nvSpPr>
        <p:spPr>
          <a:xfrm>
            <a:off x="2939942" y="3016194"/>
            <a:ext cx="21014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entury Schoolbook" panose="02040604050505020304" pitchFamily="18" charset="0"/>
              </a:rPr>
              <a:t>Level Detection Sensor at Canister’s lid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257468D-1A97-41DB-B5D2-6AD430029505}"/>
              </a:ext>
            </a:extLst>
          </p:cNvPr>
          <p:cNvSpPr txBox="1"/>
          <p:nvPr/>
        </p:nvSpPr>
        <p:spPr>
          <a:xfrm>
            <a:off x="8893888" y="4633050"/>
            <a:ext cx="30138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panose="02040604050505020304" pitchFamily="18" charset="0"/>
              </a:rPr>
              <a:t>Urine not detected in FEC or level of urine &gt;= threshold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71071CE-8F22-4A8E-94AF-7CD72EDCE52B}"/>
              </a:ext>
            </a:extLst>
          </p:cNvPr>
          <p:cNvSpPr txBox="1"/>
          <p:nvPr/>
        </p:nvSpPr>
        <p:spPr>
          <a:xfrm>
            <a:off x="3947581" y="4742661"/>
            <a:ext cx="2827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entury Schoolbook" panose="02040604050505020304" pitchFamily="18" charset="0"/>
              </a:rPr>
              <a:t>Urine detected in FEC and level of urine &lt; threshold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F0F9F15-6A0C-41C7-87C7-CF0873A92B39}"/>
              </a:ext>
            </a:extLst>
          </p:cNvPr>
          <p:cNvSpPr txBox="1"/>
          <p:nvPr/>
        </p:nvSpPr>
        <p:spPr>
          <a:xfrm>
            <a:off x="5309194" y="2960049"/>
            <a:ext cx="11175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panose="02040604050505020304" pitchFamily="18" charset="0"/>
              </a:rPr>
              <a:t>Level not reached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BC30B180-FFA1-4269-8B8B-A1E9E17D971F}"/>
              </a:ext>
            </a:extLst>
          </p:cNvPr>
          <p:cNvCxnSpPr>
            <a:cxnSpLocks/>
          </p:cNvCxnSpPr>
          <p:nvPr/>
        </p:nvCxnSpPr>
        <p:spPr>
          <a:xfrm>
            <a:off x="7635605" y="2291255"/>
            <a:ext cx="276960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2A4FBE29-A05A-4C99-A574-341F941369D7}"/>
              </a:ext>
            </a:extLst>
          </p:cNvPr>
          <p:cNvCxnSpPr>
            <a:endCxn id="10" idx="2"/>
          </p:cNvCxnSpPr>
          <p:nvPr/>
        </p:nvCxnSpPr>
        <p:spPr>
          <a:xfrm flipV="1">
            <a:off x="10405213" y="1987469"/>
            <a:ext cx="0" cy="3226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TextBox 76">
            <a:extLst>
              <a:ext uri="{FF2B5EF4-FFF2-40B4-BE49-F238E27FC236}">
                <a16:creationId xmlns:a16="http://schemas.microsoft.com/office/drawing/2014/main" id="{87C72E60-1029-4546-9838-A480869A7F89}"/>
              </a:ext>
            </a:extLst>
          </p:cNvPr>
          <p:cNvSpPr txBox="1"/>
          <p:nvPr/>
        </p:nvSpPr>
        <p:spPr>
          <a:xfrm>
            <a:off x="8831147" y="2948411"/>
            <a:ext cx="154370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Century Schoolbook" panose="02040604050505020304" pitchFamily="18" charset="0"/>
              </a:rPr>
              <a:t>Level </a:t>
            </a:r>
          </a:p>
          <a:p>
            <a:r>
              <a:rPr lang="en-US" sz="1600" dirty="0">
                <a:latin typeface="Century Schoolbook" panose="02040604050505020304" pitchFamily="18" charset="0"/>
              </a:rPr>
              <a:t>reached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904217D4-5177-4918-8EF5-D9635DBCE447}"/>
              </a:ext>
            </a:extLst>
          </p:cNvPr>
          <p:cNvCxnSpPr>
            <a:cxnSpLocks/>
          </p:cNvCxnSpPr>
          <p:nvPr/>
        </p:nvCxnSpPr>
        <p:spPr>
          <a:xfrm flipV="1">
            <a:off x="7124405" y="3879990"/>
            <a:ext cx="0" cy="343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840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7E08EEC-05E8-4545-8B12-DC03DAA9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8EB43C4-7051-7042-93B5-8C0653444BA6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3BFB4C27-3829-42F8-B574-A052BAE3510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38" t="54022" r="71379" b="15634"/>
          <a:stretch/>
        </p:blipFill>
        <p:spPr>
          <a:xfrm>
            <a:off x="5135762" y="4120456"/>
            <a:ext cx="2999572" cy="24961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5EB1BA08-0B53-4569-9F70-074DE34CA0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40" t="24982" r="71377" b="47126"/>
          <a:stretch/>
        </p:blipFill>
        <p:spPr>
          <a:xfrm>
            <a:off x="274193" y="4124646"/>
            <a:ext cx="2889414" cy="24956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675FC10-7D08-455F-BF38-35782EB949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193" y="662060"/>
            <a:ext cx="1990214" cy="10629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27014C-33AF-4750-A598-A7D933FB79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481" y="2764266"/>
            <a:ext cx="1556317" cy="95675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4BDC287-77E4-4F4A-90A3-6E98BC5B6E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6985" y="662060"/>
            <a:ext cx="1915994" cy="106292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6E735E2-482D-4EE8-BD89-7C89423AE9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2829" y="667394"/>
            <a:ext cx="1852355" cy="105884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98AC293E-55D7-427D-8CDC-01F701CD31D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07529" y="4331123"/>
            <a:ext cx="2575909" cy="115372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D1EB41E-0ECC-4F2F-8E0D-F0FF8A101078}"/>
              </a:ext>
            </a:extLst>
          </p:cNvPr>
          <p:cNvCxnSpPr>
            <a:cxnSpLocks/>
          </p:cNvCxnSpPr>
          <p:nvPr/>
        </p:nvCxnSpPr>
        <p:spPr>
          <a:xfrm flipH="1">
            <a:off x="561359" y="3305394"/>
            <a:ext cx="65365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9A210B7-E77E-4738-A5F5-95F498F55D49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2264407" y="1193522"/>
            <a:ext cx="7125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71CF63D-A13B-4A0B-9099-81FB8D48B1EA}"/>
              </a:ext>
            </a:extLst>
          </p:cNvPr>
          <p:cNvCxnSpPr>
            <a:cxnSpLocks/>
          </p:cNvCxnSpPr>
          <p:nvPr/>
        </p:nvCxnSpPr>
        <p:spPr>
          <a:xfrm flipV="1">
            <a:off x="576462" y="1724987"/>
            <a:ext cx="0" cy="15999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8F0BF55-95C5-4C19-AAF0-2BDA2BAD501D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>
            <a:off x="4892979" y="1193522"/>
            <a:ext cx="1369850" cy="3295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5560DFEC-402A-432A-B3F4-A75639C87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132" y="670506"/>
            <a:ext cx="2145509" cy="103691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82F800D5-6723-48B7-8D65-C7461B22B86C}"/>
              </a:ext>
            </a:extLst>
          </p:cNvPr>
          <p:cNvCxnSpPr>
            <a:cxnSpLocks/>
            <a:stCxn id="15" idx="3"/>
            <a:endCxn id="41" idx="1"/>
          </p:cNvCxnSpPr>
          <p:nvPr/>
        </p:nvCxnSpPr>
        <p:spPr>
          <a:xfrm flipV="1">
            <a:off x="8115184" y="1188964"/>
            <a:ext cx="1521948" cy="78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3" name="Picture 52">
            <a:extLst>
              <a:ext uri="{FF2B5EF4-FFF2-40B4-BE49-F238E27FC236}">
                <a16:creationId xmlns:a16="http://schemas.microsoft.com/office/drawing/2014/main" id="{DF17C31F-2A31-4CA8-ACF1-46C2805CAC1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716" t="22302" r="5609" b="14316"/>
          <a:stretch/>
        </p:blipFill>
        <p:spPr>
          <a:xfrm>
            <a:off x="5622212" y="2704423"/>
            <a:ext cx="1939754" cy="114853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3121E87B-866B-45DA-B3BE-0C3A00406BD2}"/>
              </a:ext>
            </a:extLst>
          </p:cNvPr>
          <p:cNvCxnSpPr>
            <a:cxnSpLocks/>
            <a:endCxn id="53" idx="2"/>
          </p:cNvCxnSpPr>
          <p:nvPr/>
        </p:nvCxnSpPr>
        <p:spPr>
          <a:xfrm rot="5400000" flipH="1" flipV="1">
            <a:off x="5678337" y="4423217"/>
            <a:ext cx="1484015" cy="34348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94A6950A-BCD9-4D5A-83DF-F23EC7A9BA41}"/>
              </a:ext>
            </a:extLst>
          </p:cNvPr>
          <p:cNvCxnSpPr>
            <a:cxnSpLocks/>
          </p:cNvCxnSpPr>
          <p:nvPr/>
        </p:nvCxnSpPr>
        <p:spPr>
          <a:xfrm>
            <a:off x="7561966" y="3113277"/>
            <a:ext cx="93476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4FCB4A7-ABEF-4DB0-BE2B-A4008393D74A}"/>
              </a:ext>
            </a:extLst>
          </p:cNvPr>
          <p:cNvCxnSpPr>
            <a:cxnSpLocks/>
          </p:cNvCxnSpPr>
          <p:nvPr/>
        </p:nvCxnSpPr>
        <p:spPr>
          <a:xfrm flipV="1">
            <a:off x="8496728" y="1514356"/>
            <a:ext cx="0" cy="159892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7" name="Picture 66">
            <a:extLst>
              <a:ext uri="{FF2B5EF4-FFF2-40B4-BE49-F238E27FC236}">
                <a16:creationId xmlns:a16="http://schemas.microsoft.com/office/drawing/2014/main" id="{39A57154-733A-4663-958B-C74B87824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8970" y="2050332"/>
            <a:ext cx="992674" cy="72831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3CCE6F69-BC59-4E01-AD53-7725ACFE46EC}"/>
              </a:ext>
            </a:extLst>
          </p:cNvPr>
          <p:cNvCxnSpPr>
            <a:cxnSpLocks/>
          </p:cNvCxnSpPr>
          <p:nvPr/>
        </p:nvCxnSpPr>
        <p:spPr>
          <a:xfrm>
            <a:off x="8496728" y="1514355"/>
            <a:ext cx="114040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8806F36F-AD82-4A33-8B96-9D2F2E6F9F8C}"/>
              </a:ext>
            </a:extLst>
          </p:cNvPr>
          <p:cNvCxnSpPr>
            <a:cxnSpLocks/>
          </p:cNvCxnSpPr>
          <p:nvPr/>
        </p:nvCxnSpPr>
        <p:spPr>
          <a:xfrm>
            <a:off x="9967511" y="1710650"/>
            <a:ext cx="0" cy="317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EF7CC0F-82B6-4867-A169-28FE99EE2A9A}"/>
              </a:ext>
            </a:extLst>
          </p:cNvPr>
          <p:cNvSpPr txBox="1"/>
          <p:nvPr/>
        </p:nvSpPr>
        <p:spPr>
          <a:xfrm>
            <a:off x="2572348" y="275580"/>
            <a:ext cx="2857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Bluetooth </a:t>
            </a:r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–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  Transmitter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D3D01DE-7DD0-4588-9C32-4C81E41FCD43}"/>
              </a:ext>
            </a:extLst>
          </p:cNvPr>
          <p:cNvSpPr txBox="1"/>
          <p:nvPr/>
        </p:nvSpPr>
        <p:spPr>
          <a:xfrm>
            <a:off x="274193" y="186339"/>
            <a:ext cx="20759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Microcontroller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EE88C3-1229-43AC-A82B-58BAEC7FADD7}"/>
              </a:ext>
            </a:extLst>
          </p:cNvPr>
          <p:cNvSpPr txBox="1"/>
          <p:nvPr/>
        </p:nvSpPr>
        <p:spPr>
          <a:xfrm>
            <a:off x="6008258" y="283656"/>
            <a:ext cx="2543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Bluetooth – Receiver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F996084-15E3-45D9-9240-8D3839C94508}"/>
              </a:ext>
            </a:extLst>
          </p:cNvPr>
          <p:cNvSpPr txBox="1"/>
          <p:nvPr/>
        </p:nvSpPr>
        <p:spPr>
          <a:xfrm>
            <a:off x="9736879" y="237710"/>
            <a:ext cx="245512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Microcontroller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9E5A2DF-9F66-4F72-B3A7-BED0A1ACF1EF}"/>
              </a:ext>
            </a:extLst>
          </p:cNvPr>
          <p:cNvSpPr txBox="1"/>
          <p:nvPr/>
        </p:nvSpPr>
        <p:spPr>
          <a:xfrm>
            <a:off x="9108813" y="2790726"/>
            <a:ext cx="2132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Alert generation system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D57C512-BB7F-4546-9B4F-56F048D1A8CF}"/>
              </a:ext>
            </a:extLst>
          </p:cNvPr>
          <p:cNvSpPr txBox="1"/>
          <p:nvPr/>
        </p:nvSpPr>
        <p:spPr>
          <a:xfrm>
            <a:off x="924826" y="2360637"/>
            <a:ext cx="242060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Liquid detection sensor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720BC08-43BA-4ECC-8D44-9F41A70FFA36}"/>
              </a:ext>
            </a:extLst>
          </p:cNvPr>
          <p:cNvSpPr txBox="1"/>
          <p:nvPr/>
        </p:nvSpPr>
        <p:spPr>
          <a:xfrm>
            <a:off x="5460023" y="2320082"/>
            <a:ext cx="246966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Level detection sensor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AC23C708-D959-436C-824B-8831B0D48831}"/>
              </a:ext>
            </a:extLst>
          </p:cNvPr>
          <p:cNvCxnSpPr>
            <a:cxnSpLocks/>
          </p:cNvCxnSpPr>
          <p:nvPr/>
        </p:nvCxnSpPr>
        <p:spPr>
          <a:xfrm>
            <a:off x="11106206" y="1736393"/>
            <a:ext cx="0" cy="1392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2" name="Picture 111">
            <a:extLst>
              <a:ext uri="{FF2B5EF4-FFF2-40B4-BE49-F238E27FC236}">
                <a16:creationId xmlns:a16="http://schemas.microsoft.com/office/drawing/2014/main" id="{A9239AF2-8AEC-46D0-A0E2-E8A87F639A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1762" y="4743019"/>
            <a:ext cx="1623473" cy="13672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C00C6945-2E73-40E6-970D-316A006F0CEE}"/>
              </a:ext>
            </a:extLst>
          </p:cNvPr>
          <p:cNvCxnSpPr>
            <a:cxnSpLocks/>
            <a:stCxn id="124" idx="2"/>
          </p:cNvCxnSpPr>
          <p:nvPr/>
        </p:nvCxnSpPr>
        <p:spPr>
          <a:xfrm>
            <a:off x="11217715" y="4624480"/>
            <a:ext cx="0" cy="8021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64597036-A134-4F75-8975-38B50CC5539B}"/>
              </a:ext>
            </a:extLst>
          </p:cNvPr>
          <p:cNvCxnSpPr>
            <a:cxnSpLocks/>
          </p:cNvCxnSpPr>
          <p:nvPr/>
        </p:nvCxnSpPr>
        <p:spPr>
          <a:xfrm flipH="1">
            <a:off x="10175236" y="5447768"/>
            <a:ext cx="104247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AE392084-C830-4432-AEA4-280BB740F6C9}"/>
              </a:ext>
            </a:extLst>
          </p:cNvPr>
          <p:cNvSpPr txBox="1"/>
          <p:nvPr/>
        </p:nvSpPr>
        <p:spPr>
          <a:xfrm>
            <a:off x="8876158" y="4345196"/>
            <a:ext cx="14093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entury Schoolbook" panose="02040604050505020304" pitchFamily="18" charset="0"/>
              </a:rPr>
              <a:t> Pump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9894F4E9-A3B0-48B5-8851-253A73681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78257" y="2990610"/>
            <a:ext cx="2078916" cy="16338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1D2ED0A4-275F-4B47-B546-35397F3B3FDA}"/>
              </a:ext>
            </a:extLst>
          </p:cNvPr>
          <p:cNvSpPr txBox="1"/>
          <p:nvPr/>
        </p:nvSpPr>
        <p:spPr>
          <a:xfrm>
            <a:off x="10273943" y="4256087"/>
            <a:ext cx="1887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tx1">
                    <a:lumMod val="50000"/>
                  </a:schemeClr>
                </a:solidFill>
                <a:latin typeface="Century Schoolbook" panose="02040604050505020304" pitchFamily="18" charset="0"/>
              </a:rPr>
              <a:t>Relay – 1 channel</a:t>
            </a:r>
          </a:p>
        </p:txBody>
      </p:sp>
    </p:spTree>
    <p:extLst>
      <p:ext uri="{BB962C8B-B14F-4D97-AF65-F5344CB8AC3E}">
        <p14:creationId xmlns:p14="http://schemas.microsoft.com/office/powerpoint/2010/main" val="1012080475"/>
      </p:ext>
    </p:extLst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A4DD5F-DA28-4AA1-B29E-923FA256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814" y="2557272"/>
            <a:ext cx="9826752" cy="1743456"/>
          </a:xfrm>
        </p:spPr>
        <p:txBody>
          <a:bodyPr anchor="ctr">
            <a:normAutofit/>
          </a:bodyPr>
          <a:lstStyle/>
          <a:p>
            <a:r>
              <a:rPr lang="en-US" dirty="0">
                <a:latin typeface="Century Schoolbook" panose="02040604050505020304" pitchFamily="18" charset="0"/>
              </a:rPr>
              <a:t>Thank you</a:t>
            </a:r>
          </a:p>
        </p:txBody>
      </p:sp>
      <p:sp>
        <p:nvSpPr>
          <p:cNvPr id="2" name="Slide Number Placeholder 1" hidden="1">
            <a:extLst>
              <a:ext uri="{FF2B5EF4-FFF2-40B4-BE49-F238E27FC236}">
                <a16:creationId xmlns:a16="http://schemas.microsoft.com/office/drawing/2014/main" id="{A741B18A-9E58-43CB-A1F2-8CB739F8878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248400"/>
            <a:ext cx="693738" cy="598488"/>
          </a:xfrm>
          <a:prstGeom prst="rect">
            <a:avLst/>
          </a:prstGeom>
        </p:spPr>
        <p:txBody>
          <a:bodyPr/>
          <a:lstStyle/>
          <a:p>
            <a:pPr>
              <a:spcAft>
                <a:spcPts val="600"/>
              </a:spcAft>
            </a:pPr>
            <a:fld id="{FC4EE6CB-3402-447A-B44F-EBD5AD2E09F0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28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D-PPT-Template-16x9-External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74791"/>
      </a:accent1>
      <a:accent2>
        <a:srgbClr val="EA7422"/>
      </a:accent2>
      <a:accent3>
        <a:srgbClr val="2BB3CE"/>
      </a:accent3>
      <a:accent4>
        <a:srgbClr val="C1B8AF"/>
      </a:accent4>
      <a:accent5>
        <a:srgbClr val="BD5137"/>
      </a:accent5>
      <a:accent6>
        <a:srgbClr val="1E869F"/>
      </a:accent6>
      <a:hlink>
        <a:srgbClr val="1E869F"/>
      </a:hlink>
      <a:folHlink>
        <a:srgbClr val="B0DBD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D-PPT-Template-4x3-Internal-Blue-Angles-High-Position">
  <a:themeElements>
    <a:clrScheme name="Office 2007-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5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7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9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DIC-22474-PPT-template-16x9-internal_d2" id="{DDCA2B66-6823-E04F-A2B9-74EFA34106D4}" vid="{C5FE1FCD-0099-6E47-BC9E-CEC947BA63CB}"/>
    </a:ext>
  </a:extLst>
</a:theme>
</file>

<file path=ppt/theme/theme6.xml><?xml version="1.0" encoding="utf-8"?>
<a:theme xmlns:a="http://schemas.openxmlformats.org/drawingml/2006/main" name="BD-PPT-Template">
  <a:themeElements>
    <a:clrScheme name="Custom 6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F68A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D-PPT-16x9-Internal-BlueAngles-HighPosition.potx [Read-Only]" id="{2873C12C-80E3-4139-A4CB-9C1001F1BE91}" vid="{9CCB4813-9BFD-44AE-99CD-E6531420BBFE}"/>
    </a:ext>
  </a:extLst>
</a:theme>
</file>

<file path=ppt/theme/theme7.xml><?xml version="1.0" encoding="utf-8"?>
<a:theme xmlns:a="http://schemas.openxmlformats.org/drawingml/2006/main" name="14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15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2_BD-PPT-Template-4x3-Internal-Blue-Angles-High-Position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1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2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4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3_BD-PPT-Template-16x9-External">
  <a:themeElements>
    <a:clrScheme name="BD Color Theme 1">
      <a:dk1>
        <a:srgbClr val="404041"/>
      </a:dk1>
      <a:lt1>
        <a:srgbClr val="FFFFFF"/>
      </a:lt1>
      <a:dk2>
        <a:srgbClr val="5F6062"/>
      </a:dk2>
      <a:lt2>
        <a:srgbClr val="E6E7E9"/>
      </a:lt2>
      <a:accent1>
        <a:srgbClr val="F27707"/>
      </a:accent1>
      <a:accent2>
        <a:srgbClr val="004593"/>
      </a:accent2>
      <a:accent3>
        <a:srgbClr val="E7E5E1"/>
      </a:accent3>
      <a:accent4>
        <a:srgbClr val="BFB8B3"/>
      </a:accent4>
      <a:accent5>
        <a:srgbClr val="72635D"/>
      </a:accent5>
      <a:accent6>
        <a:srgbClr val="004593"/>
      </a:accent6>
      <a:hlink>
        <a:srgbClr val="F27707"/>
      </a:hlink>
      <a:folHlink>
        <a:srgbClr val="00459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ED610B"/>
        </a:solidFill>
        <a:ln>
          <a:noFill/>
        </a:ln>
        <a:effectLst/>
      </a:spPr>
      <a:bodyPr rtlCol="0" anchor="ctr"/>
      <a:lstStyle>
        <a:defPPr algn="ctr">
          <a:defRPr dirty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97D97E152464D802A5283557AFCE2" ma:contentTypeVersion="13" ma:contentTypeDescription="Create a new document." ma:contentTypeScope="" ma:versionID="9673b634f1d0663d7ff8c56a0479c458">
  <xsd:schema xmlns:xsd="http://www.w3.org/2001/XMLSchema" xmlns:xs="http://www.w3.org/2001/XMLSchema" xmlns:p="http://schemas.microsoft.com/office/2006/metadata/properties" xmlns:ns3="d2f629dd-14ed-42a9-a1cf-64eedfe9b6e6" xmlns:ns4="de0617cd-bdc1-4a8f-9f19-906dd0fc96e8" targetNamespace="http://schemas.microsoft.com/office/2006/metadata/properties" ma:root="true" ma:fieldsID="5936f850f508cdba685fee1c142c196d" ns3:_="" ns4:_="">
    <xsd:import namespace="d2f629dd-14ed-42a9-a1cf-64eedfe9b6e6"/>
    <xsd:import namespace="de0617cd-bdc1-4a8f-9f19-906dd0fc96e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f629dd-14ed-42a9-a1cf-64eedfe9b6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0617cd-bdc1-4a8f-9f19-906dd0fc96e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1B4F062-557A-42EE-9DA6-92ACB7379F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f629dd-14ed-42a9-a1cf-64eedfe9b6e6"/>
    <ds:schemaRef ds:uri="de0617cd-bdc1-4a8f-9f19-906dd0fc96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D6C052-3C76-4A08-83CF-A3AF2C142B7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08896BC-7395-4B01-9332-B91AC4C5099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3460</TotalTime>
  <Words>1229</Words>
  <Application>Microsoft Office PowerPoint</Application>
  <PresentationFormat>Widescreen</PresentationFormat>
  <Paragraphs>221</Paragraphs>
  <Slides>20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43" baseType="lpstr">
      <vt:lpstr>Arial</vt:lpstr>
      <vt:lpstr>Calibri</vt:lpstr>
      <vt:lpstr>Century Schoolbook</vt:lpstr>
      <vt:lpstr>Corbel</vt:lpstr>
      <vt:lpstr>Courier New</vt:lpstr>
      <vt:lpstr>Lucida Grande</vt:lpstr>
      <vt:lpstr>Verdana</vt:lpstr>
      <vt:lpstr>Verdana Regular</vt:lpstr>
      <vt:lpstr>Wingdings</vt:lpstr>
      <vt:lpstr>BD-PPT-Template-16x9-External</vt:lpstr>
      <vt:lpstr>BD-PPT-Template-4x3-Internal-Blue-Angles-High-Position</vt:lpstr>
      <vt:lpstr>5_BD-PPT-Template-16x9-External</vt:lpstr>
      <vt:lpstr>7_BD-PPT-Template-16x9-External</vt:lpstr>
      <vt:lpstr>9_BD-PPT-Template-16x9-External</vt:lpstr>
      <vt:lpstr>BD-PPT-Template</vt:lpstr>
      <vt:lpstr>14_BD-PPT-Template-16x9-External</vt:lpstr>
      <vt:lpstr>15_BD-PPT-Template-16x9-External</vt:lpstr>
      <vt:lpstr>2_BD-PPT-Template-4x3-Internal-Blue-Angles-High-Position</vt:lpstr>
      <vt:lpstr>1_BD-PPT-Template-16x9-External</vt:lpstr>
      <vt:lpstr>2_BD-PPT-Template-16x9-External</vt:lpstr>
      <vt:lpstr>4_BD-PPT-Template-16x9-External</vt:lpstr>
      <vt:lpstr>3_BD-PPT-Template-16x9-External</vt:lpstr>
      <vt:lpstr>think-cell Slide</vt:lpstr>
      <vt:lpstr>BDTCI – UCC  Internship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</vt:lpstr>
      <vt:lpstr>Internship Assignment</vt:lpstr>
      <vt:lpstr>Proposed Electronic Architecture: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Structure Guidance for Project Teams</dc:title>
  <dc:creator>Sonia Enriquez</dc:creator>
  <cp:lastModifiedBy>Divya Gavane</cp:lastModifiedBy>
  <cp:revision>97</cp:revision>
  <cp:lastPrinted>2020-05-22T12:40:19Z</cp:lastPrinted>
  <dcterms:created xsi:type="dcterms:W3CDTF">2018-05-14T14:13:16Z</dcterms:created>
  <dcterms:modified xsi:type="dcterms:W3CDTF">2021-07-22T13:40:52Z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0x010100EEA97D97E152464D802A5283557AFCE2</vt:lpwstr>
  </property>
</Properties>
</file>
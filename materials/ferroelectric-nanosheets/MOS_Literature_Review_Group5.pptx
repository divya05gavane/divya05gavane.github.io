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3"/>
    <p:sldMasterId id="2147483903" r:id="rId4"/>
    <p:sldMasterId id="2147483916" r:id="rId5"/>
    <p:sldMasterId id="2147484064" r:id="rId6"/>
    <p:sldMasterId id="2147487406" r:id="rId7"/>
  </p:sldMasterIdLst>
  <p:notesMasterIdLst>
    <p:notesMasterId r:id="rId36"/>
  </p:notesMasterIdLst>
  <p:handoutMasterIdLst>
    <p:handoutMasterId r:id="rId37"/>
  </p:handoutMasterIdLst>
  <p:sldIdLst>
    <p:sldId id="366" r:id="rId8"/>
    <p:sldId id="413" r:id="rId9"/>
    <p:sldId id="384" r:id="rId10"/>
    <p:sldId id="385" r:id="rId11"/>
    <p:sldId id="386" r:id="rId12"/>
    <p:sldId id="387" r:id="rId13"/>
    <p:sldId id="389" r:id="rId14"/>
    <p:sldId id="392" r:id="rId15"/>
    <p:sldId id="393" r:id="rId16"/>
    <p:sldId id="415" r:id="rId17"/>
    <p:sldId id="374" r:id="rId18"/>
    <p:sldId id="383" r:id="rId19"/>
    <p:sldId id="398" r:id="rId20"/>
    <p:sldId id="414" r:id="rId21"/>
    <p:sldId id="399" r:id="rId22"/>
    <p:sldId id="400" r:id="rId23"/>
    <p:sldId id="401" r:id="rId24"/>
    <p:sldId id="388" r:id="rId25"/>
    <p:sldId id="411" r:id="rId26"/>
    <p:sldId id="404" r:id="rId27"/>
    <p:sldId id="405" r:id="rId28"/>
    <p:sldId id="406" r:id="rId29"/>
    <p:sldId id="382" r:id="rId30"/>
    <p:sldId id="407" r:id="rId31"/>
    <p:sldId id="408" r:id="rId32"/>
    <p:sldId id="409" r:id="rId33"/>
    <p:sldId id="397" r:id="rId34"/>
    <p:sldId id="381" r:id="rId35"/>
  </p:sldIdLst>
  <p:sldSz cx="9144000" cy="6858000" type="screen4x3"/>
  <p:notesSz cx="6742113" cy="98726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62">
          <p15:clr>
            <a:srgbClr val="A4A3A4"/>
          </p15:clr>
        </p15:guide>
        <p15:guide id="2" pos="4832">
          <p15:clr>
            <a:srgbClr val="A4A3A4"/>
          </p15:clr>
        </p15:guide>
        <p15:guide id="3" pos="3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ffery Wong Poh Siong" initials="" lastIdx="3" clrIdx="0"/>
  <p:cmAuthor id="2" name="Unknown User1" initials="Unknown User1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E7C"/>
    <a:srgbClr val="F753A9"/>
    <a:srgbClr val="C0504D"/>
    <a:srgbClr val="FF6600"/>
    <a:srgbClr val="F17D00"/>
    <a:srgbClr val="CCFFCC"/>
    <a:srgbClr val="FF99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86127-3120-4EC1-98F3-58735688259C}" v="1669" dt="2025-11-13T09:44:17.521"/>
    <p1510:client id="{25E263A9-0311-F508-770A-31DAD9E620A0}" v="91" dt="2025-11-13T06:12:03.212"/>
    <p1510:client id="{2D5767F1-4EA5-C6E4-6987-FBF65BD7D927}" v="533" dt="2025-11-13T02:28:45.171"/>
    <p1510:client id="{4329A59A-BD9C-50EF-CBF4-B2BF5B50AD19}" v="89" dt="2025-11-13T04:54:00.306"/>
    <p1510:client id="{950AB8D1-A393-7BB2-3C86-53ED22358EC2}" v="63" dt="2025-11-13T05:11:39.822"/>
    <p1510:client id="{9C0B27E7-3835-928C-D4BE-DD854D3D67B8}" v="9" dt="2025-11-13T06:02:19.287"/>
    <p1510:client id="{F09267AD-C1DF-294E-DF7D-EB8DD1DC32EF}" v="386" dt="2025-11-13T05:27:05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179" y="54"/>
      </p:cViewPr>
      <p:guideLst>
        <p:guide orient="horz" pos="4262"/>
        <p:guide pos="4832"/>
        <p:guide pos="39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10"/>
        <p:guide pos="21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presProps" Target="pres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5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4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microsoft.com/office/2016/11/relationships/changesInfo" Target="changesInfos/changesInfo1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4329A59A-BD9C-50EF-CBF4-B2BF5B50AD19}"/>
    <pc:docChg chg="addSld modSld">
      <pc:chgData name="Guest User" userId="" providerId="Windows Live" clId="Web-{4329A59A-BD9C-50EF-CBF4-B2BF5B50AD19}" dt="2025-11-13T04:54:00.306" v="72"/>
      <pc:docMkLst>
        <pc:docMk/>
      </pc:docMkLst>
      <pc:sldChg chg="addSp delSp modSp">
        <pc:chgData name="Guest User" userId="" providerId="Windows Live" clId="Web-{4329A59A-BD9C-50EF-CBF4-B2BF5B50AD19}" dt="2025-11-13T04:53:16.880" v="70" actId="20577"/>
        <pc:sldMkLst>
          <pc:docMk/>
          <pc:sldMk cId="3449283147" sldId="374"/>
        </pc:sldMkLst>
        <pc:spChg chg="add mod">
          <ac:chgData name="Guest User" userId="" providerId="Windows Live" clId="Web-{4329A59A-BD9C-50EF-CBF4-B2BF5B50AD19}" dt="2025-11-13T04:47:20.103" v="46" actId="1076"/>
          <ac:spMkLst>
            <pc:docMk/>
            <pc:sldMk cId="3449283147" sldId="374"/>
            <ac:spMk id="6" creationId="{2FC4015E-6FBC-A008-0FEA-1049D63BCB3F}"/>
          </ac:spMkLst>
        </pc:spChg>
        <pc:spChg chg="mod">
          <ac:chgData name="Guest User" userId="" providerId="Windows Live" clId="Web-{4329A59A-BD9C-50EF-CBF4-B2BF5B50AD19}" dt="2025-11-13T04:53:16.880" v="70" actId="20577"/>
          <ac:spMkLst>
            <pc:docMk/>
            <pc:sldMk cId="3449283147" sldId="374"/>
            <ac:spMk id="66564" creationId="{74B82AFC-934F-C31C-6B4C-089E6698C5C9}"/>
          </ac:spMkLst>
        </pc:spChg>
        <pc:picChg chg="add del mod">
          <ac:chgData name="Guest User" userId="" providerId="Windows Live" clId="Web-{4329A59A-BD9C-50EF-CBF4-B2BF5B50AD19}" dt="2025-11-13T04:45:24.303" v="15"/>
          <ac:picMkLst>
            <pc:docMk/>
            <pc:sldMk cId="3449283147" sldId="374"/>
            <ac:picMk id="3" creationId="{47DCDC5D-2C58-C47F-F026-6720D1A8D4F6}"/>
          </ac:picMkLst>
        </pc:picChg>
        <pc:picChg chg="add mod">
          <ac:chgData name="Guest User" userId="" providerId="Windows Live" clId="Web-{4329A59A-BD9C-50EF-CBF4-B2BF5B50AD19}" dt="2025-11-13T04:46:09.273" v="18" actId="1076"/>
          <ac:picMkLst>
            <pc:docMk/>
            <pc:sldMk cId="3449283147" sldId="374"/>
            <ac:picMk id="4" creationId="{537AA154-567C-C0A1-5CE4-3D7250A1FC98}"/>
          </ac:picMkLst>
        </pc:picChg>
      </pc:sldChg>
      <pc:sldChg chg="modSp">
        <pc:chgData name="Guest User" userId="" providerId="Windows Live" clId="Web-{4329A59A-BD9C-50EF-CBF4-B2BF5B50AD19}" dt="2025-11-13T04:52:36.157" v="68" actId="20577"/>
        <pc:sldMkLst>
          <pc:docMk/>
          <pc:sldMk cId="1294302413" sldId="383"/>
        </pc:sldMkLst>
        <pc:spChg chg="mod">
          <ac:chgData name="Guest User" userId="" providerId="Windows Live" clId="Web-{4329A59A-BD9C-50EF-CBF4-B2BF5B50AD19}" dt="2025-11-13T04:52:36.157" v="68" actId="20577"/>
          <ac:spMkLst>
            <pc:docMk/>
            <pc:sldMk cId="1294302413" sldId="383"/>
            <ac:spMk id="66564" creationId="{DA508761-5833-C2FA-881F-67B1CDDADC59}"/>
          </ac:spMkLst>
        </pc:spChg>
        <pc:spChg chg="mod">
          <ac:chgData name="Guest User" userId="" providerId="Windows Live" clId="Web-{4329A59A-BD9C-50EF-CBF4-B2BF5B50AD19}" dt="2025-11-13T04:48:45.761" v="56" actId="1076"/>
          <ac:spMkLst>
            <pc:docMk/>
            <pc:sldMk cId="1294302413" sldId="383"/>
            <ac:spMk id="67591" creationId="{55FFE277-F9F9-1E28-CAC2-982D32DDE4E6}"/>
          </ac:spMkLst>
        </pc:spChg>
        <pc:spChg chg="mod">
          <ac:chgData name="Guest User" userId="" providerId="Windows Live" clId="Web-{4329A59A-BD9C-50EF-CBF4-B2BF5B50AD19}" dt="2025-11-13T04:48:55.573" v="57" actId="1076"/>
          <ac:spMkLst>
            <pc:docMk/>
            <pc:sldMk cId="1294302413" sldId="383"/>
            <ac:spMk id="67592" creationId="{CAED894F-B81B-4466-491B-F187879B4689}"/>
          </ac:spMkLst>
        </pc:spChg>
        <pc:picChg chg="mod">
          <ac:chgData name="Guest User" userId="" providerId="Windows Live" clId="Web-{4329A59A-BD9C-50EF-CBF4-B2BF5B50AD19}" dt="2025-11-13T04:48:38.089" v="55" actId="14100"/>
          <ac:picMkLst>
            <pc:docMk/>
            <pc:sldMk cId="1294302413" sldId="383"/>
            <ac:picMk id="67589" creationId="{65414E22-3938-FC0D-C03A-8B20B7A5953B}"/>
          </ac:picMkLst>
        </pc:picChg>
        <pc:picChg chg="mod">
          <ac:chgData name="Guest User" userId="" providerId="Windows Live" clId="Web-{4329A59A-BD9C-50EF-CBF4-B2BF5B50AD19}" dt="2025-11-13T04:49:01.308" v="58" actId="14100"/>
          <ac:picMkLst>
            <pc:docMk/>
            <pc:sldMk cId="1294302413" sldId="383"/>
            <ac:picMk id="67590" creationId="{77614158-FE9A-6DFA-D1C6-BEAB880A605E}"/>
          </ac:picMkLst>
        </pc:picChg>
      </pc:sldChg>
      <pc:sldChg chg="addSp modSp">
        <pc:chgData name="Guest User" userId="" providerId="Windows Live" clId="Web-{4329A59A-BD9C-50EF-CBF4-B2BF5B50AD19}" dt="2025-11-13T04:54:00.306" v="72"/>
        <pc:sldMkLst>
          <pc:docMk/>
          <pc:sldMk cId="522481866" sldId="398"/>
        </pc:sldMkLst>
        <pc:spChg chg="mod">
          <ac:chgData name="Guest User" userId="" providerId="Windows Live" clId="Web-{4329A59A-BD9C-50EF-CBF4-B2BF5B50AD19}" dt="2025-11-13T04:53:57.384" v="71" actId="14100"/>
          <ac:spMkLst>
            <pc:docMk/>
            <pc:sldMk cId="522481866" sldId="398"/>
            <ac:spMk id="66564" creationId="{F6F9ED66-7CEC-83BB-02D7-6B9E5089216C}"/>
          </ac:spMkLst>
        </pc:spChg>
        <pc:picChg chg="add mod">
          <ac:chgData name="Guest User" userId="" providerId="Windows Live" clId="Web-{4329A59A-BD9C-50EF-CBF4-B2BF5B50AD19}" dt="2025-11-13T04:54:00.306" v="72"/>
          <ac:picMkLst>
            <pc:docMk/>
            <pc:sldMk cId="522481866" sldId="398"/>
            <ac:picMk id="4" creationId="{31784854-2735-FBD3-501D-E68A436CFACB}"/>
          </ac:picMkLst>
        </pc:picChg>
      </pc:sldChg>
      <pc:sldChg chg="add replId">
        <pc:chgData name="Guest User" userId="" providerId="Windows Live" clId="Web-{4329A59A-BD9C-50EF-CBF4-B2BF5B50AD19}" dt="2025-11-13T04:50:30.264" v="60"/>
        <pc:sldMkLst>
          <pc:docMk/>
          <pc:sldMk cId="433892515" sldId="414"/>
        </pc:sldMkLst>
      </pc:sldChg>
    </pc:docChg>
  </pc:docChgLst>
  <pc:docChgLst>
    <pc:chgData name="Guest User" providerId="Windows Live" clId="Web-{25E263A9-0311-F508-770A-31DAD9E620A0}"/>
    <pc:docChg chg="modSld">
      <pc:chgData name="Guest User" userId="" providerId="Windows Live" clId="Web-{25E263A9-0311-F508-770A-31DAD9E620A0}" dt="2025-11-13T06:12:03.212" v="65" actId="1076"/>
      <pc:docMkLst>
        <pc:docMk/>
      </pc:docMkLst>
      <pc:sldChg chg="modSp">
        <pc:chgData name="Guest User" userId="" providerId="Windows Live" clId="Web-{25E263A9-0311-F508-770A-31DAD9E620A0}" dt="2025-11-13T05:13:52.752" v="18" actId="1076"/>
        <pc:sldMkLst>
          <pc:docMk/>
          <pc:sldMk cId="4119633052" sldId="397"/>
        </pc:sldMkLst>
        <pc:spChg chg="mod">
          <ac:chgData name="Guest User" userId="" providerId="Windows Live" clId="Web-{25E263A9-0311-F508-770A-31DAD9E620A0}" dt="2025-11-13T05:13:52.752" v="18" actId="1076"/>
          <ac:spMkLst>
            <pc:docMk/>
            <pc:sldMk cId="4119633052" sldId="397"/>
            <ac:spMk id="3" creationId="{82951DA4-C2A5-5A8D-C311-0A3B0C4616F9}"/>
          </ac:spMkLst>
        </pc:spChg>
        <pc:spChg chg="mod">
          <ac:chgData name="Guest User" userId="" providerId="Windows Live" clId="Web-{25E263A9-0311-F508-770A-31DAD9E620A0}" dt="2025-11-13T05:12:23.891" v="0" actId="1076"/>
          <ac:spMkLst>
            <pc:docMk/>
            <pc:sldMk cId="4119633052" sldId="397"/>
            <ac:spMk id="5" creationId="{1398B97F-200A-4EE0-8FB9-F0599605FEAC}"/>
          </ac:spMkLst>
        </pc:spChg>
      </pc:sldChg>
      <pc:sldChg chg="addSp delSp modSp">
        <pc:chgData name="Guest User" userId="" providerId="Windows Live" clId="Web-{25E263A9-0311-F508-770A-31DAD9E620A0}" dt="2025-11-13T06:10:28.441" v="36" actId="14100"/>
        <pc:sldMkLst>
          <pc:docMk/>
          <pc:sldMk cId="2691048243" sldId="407"/>
        </pc:sldMkLst>
        <pc:spChg chg="mod">
          <ac:chgData name="Guest User" userId="" providerId="Windows Live" clId="Web-{25E263A9-0311-F508-770A-31DAD9E620A0}" dt="2025-11-13T05:46:13.326" v="25" actId="1076"/>
          <ac:spMkLst>
            <pc:docMk/>
            <pc:sldMk cId="2691048243" sldId="407"/>
            <ac:spMk id="74757" creationId="{F92C4E8B-E92A-221C-5367-C0177827B4AC}"/>
          </ac:spMkLst>
        </pc:spChg>
        <pc:spChg chg="del mod">
          <ac:chgData name="Guest User" userId="" providerId="Windows Live" clId="Web-{25E263A9-0311-F508-770A-31DAD9E620A0}" dt="2025-11-13T06:10:18.862" v="33"/>
          <ac:spMkLst>
            <pc:docMk/>
            <pc:sldMk cId="2691048243" sldId="407"/>
            <ac:spMk id="74758" creationId="{BE368B15-7EE7-02BD-A0C8-1A977F5B9F26}"/>
          </ac:spMkLst>
        </pc:spChg>
        <pc:spChg chg="del">
          <ac:chgData name="Guest User" userId="" providerId="Windows Live" clId="Web-{25E263A9-0311-F508-770A-31DAD9E620A0}" dt="2025-11-13T06:10:21.706" v="34"/>
          <ac:spMkLst>
            <pc:docMk/>
            <pc:sldMk cId="2691048243" sldId="407"/>
            <ac:spMk id="74759" creationId="{D59BBE58-0D12-21BB-E230-1883B6F271D7}"/>
          </ac:spMkLst>
        </pc:spChg>
        <pc:picChg chg="add mod">
          <ac:chgData name="Guest User" userId="" providerId="Windows Live" clId="Web-{25E263A9-0311-F508-770A-31DAD9E620A0}" dt="2025-11-13T06:10:28.441" v="36" actId="14100"/>
          <ac:picMkLst>
            <pc:docMk/>
            <pc:sldMk cId="2691048243" sldId="407"/>
            <ac:picMk id="3" creationId="{77BFE033-F3D6-B208-C066-F04ABFBB84E9}"/>
          </ac:picMkLst>
        </pc:picChg>
      </pc:sldChg>
      <pc:sldChg chg="addSp delSp modSp">
        <pc:chgData name="Guest User" userId="" providerId="Windows Live" clId="Web-{25E263A9-0311-F508-770A-31DAD9E620A0}" dt="2025-11-13T06:12:03.212" v="65" actId="1076"/>
        <pc:sldMkLst>
          <pc:docMk/>
          <pc:sldMk cId="1787642985" sldId="408"/>
        </pc:sldMkLst>
        <pc:spChg chg="add mod">
          <ac:chgData name="Guest User" userId="" providerId="Windows Live" clId="Web-{25E263A9-0311-F508-770A-31DAD9E620A0}" dt="2025-11-13T06:11:58.477" v="63" actId="1076"/>
          <ac:spMkLst>
            <pc:docMk/>
            <pc:sldMk cId="1787642985" sldId="408"/>
            <ac:spMk id="2" creationId="{28299301-A4FF-21FE-15F3-696874126EE3}"/>
          </ac:spMkLst>
        </pc:spChg>
        <pc:spChg chg="add mod">
          <ac:chgData name="Guest User" userId="" providerId="Windows Live" clId="Web-{25E263A9-0311-F508-770A-31DAD9E620A0}" dt="2025-11-13T06:12:00.961" v="64" actId="1076"/>
          <ac:spMkLst>
            <pc:docMk/>
            <pc:sldMk cId="1787642985" sldId="408"/>
            <ac:spMk id="3" creationId="{BA493A0E-B935-422D-E052-0F95B2CAD930}"/>
          </ac:spMkLst>
        </pc:spChg>
        <pc:picChg chg="mod">
          <ac:chgData name="Guest User" userId="" providerId="Windows Live" clId="Web-{25E263A9-0311-F508-770A-31DAD9E620A0}" dt="2025-11-13T06:12:03.212" v="65" actId="1076"/>
          <ac:picMkLst>
            <pc:docMk/>
            <pc:sldMk cId="1787642985" sldId="408"/>
            <ac:picMk id="76802" creationId="{B8122A84-5494-F3AF-12E7-55425A59E273}"/>
          </ac:picMkLst>
        </pc:picChg>
        <pc:picChg chg="del">
          <ac:chgData name="Guest User" userId="" providerId="Windows Live" clId="Web-{25E263A9-0311-F508-770A-31DAD9E620A0}" dt="2025-11-13T06:10:36.269" v="40"/>
          <ac:picMkLst>
            <pc:docMk/>
            <pc:sldMk cId="1787642985" sldId="408"/>
            <ac:picMk id="76803" creationId="{B02341BD-48DC-DE3A-1FCD-E763B5DB3775}"/>
          </ac:picMkLst>
        </pc:picChg>
      </pc:sldChg>
    </pc:docChg>
  </pc:docChgLst>
  <pc:docChgLst>
    <pc:chgData name="Guest User" providerId="Windows Live" clId="Web-{F09267AD-C1DF-294E-DF7D-EB8DD1DC32EF}"/>
    <pc:docChg chg="addSld delSld modSld">
      <pc:chgData name="Guest User" userId="" providerId="Windows Live" clId="Web-{F09267AD-C1DF-294E-DF7D-EB8DD1DC32EF}" dt="2025-11-13T05:27:05.234" v="251" actId="1076"/>
      <pc:docMkLst>
        <pc:docMk/>
      </pc:docMkLst>
      <pc:sldChg chg="modSp">
        <pc:chgData name="Guest User" userId="" providerId="Windows Live" clId="Web-{F09267AD-C1DF-294E-DF7D-EB8DD1DC32EF}" dt="2025-11-13T05:08:36.612" v="211" actId="20577"/>
        <pc:sldMkLst>
          <pc:docMk/>
          <pc:sldMk cId="3449283147" sldId="374"/>
        </pc:sldMkLst>
        <pc:spChg chg="mod">
          <ac:chgData name="Guest User" userId="" providerId="Windows Live" clId="Web-{F09267AD-C1DF-294E-DF7D-EB8DD1DC32EF}" dt="2025-11-13T05:08:36.612" v="211" actId="20577"/>
          <ac:spMkLst>
            <pc:docMk/>
            <pc:sldMk cId="3449283147" sldId="374"/>
            <ac:spMk id="66564" creationId="{74B82AFC-934F-C31C-6B4C-089E6698C5C9}"/>
          </ac:spMkLst>
        </pc:spChg>
      </pc:sldChg>
      <pc:sldChg chg="modSp">
        <pc:chgData name="Guest User" userId="" providerId="Windows Live" clId="Web-{F09267AD-C1DF-294E-DF7D-EB8DD1DC32EF}" dt="2025-11-13T05:08:39.377" v="213" actId="20577"/>
        <pc:sldMkLst>
          <pc:docMk/>
          <pc:sldMk cId="1294302413" sldId="383"/>
        </pc:sldMkLst>
        <pc:spChg chg="mod">
          <ac:chgData name="Guest User" userId="" providerId="Windows Live" clId="Web-{F09267AD-C1DF-294E-DF7D-EB8DD1DC32EF}" dt="2025-11-13T05:08:39.377" v="213" actId="20577"/>
          <ac:spMkLst>
            <pc:docMk/>
            <pc:sldMk cId="1294302413" sldId="383"/>
            <ac:spMk id="66564" creationId="{DA508761-5833-C2FA-881F-67B1CDDADC59}"/>
          </ac:spMkLst>
        </pc:spChg>
      </pc:sldChg>
      <pc:sldChg chg="modSp">
        <pc:chgData name="Guest User" userId="" providerId="Windows Live" clId="Web-{F09267AD-C1DF-294E-DF7D-EB8DD1DC32EF}" dt="2025-11-13T05:12:42.541" v="245" actId="20577"/>
        <pc:sldMkLst>
          <pc:docMk/>
          <pc:sldMk cId="4119633052" sldId="397"/>
        </pc:sldMkLst>
        <pc:spChg chg="mod">
          <ac:chgData name="Guest User" userId="" providerId="Windows Live" clId="Web-{F09267AD-C1DF-294E-DF7D-EB8DD1DC32EF}" dt="2025-11-13T05:12:42.541" v="245" actId="20577"/>
          <ac:spMkLst>
            <pc:docMk/>
            <pc:sldMk cId="4119633052" sldId="397"/>
            <ac:spMk id="3" creationId="{82951DA4-C2A5-5A8D-C311-0A3B0C4616F9}"/>
          </ac:spMkLst>
        </pc:spChg>
        <pc:spChg chg="mod">
          <ac:chgData name="Guest User" userId="" providerId="Windows Live" clId="Web-{F09267AD-C1DF-294E-DF7D-EB8DD1DC32EF}" dt="2025-11-13T05:11:44.524" v="235" actId="1076"/>
          <ac:spMkLst>
            <pc:docMk/>
            <pc:sldMk cId="4119633052" sldId="397"/>
            <ac:spMk id="5" creationId="{1398B97F-200A-4EE0-8FB9-F0599605FEAC}"/>
          </ac:spMkLst>
        </pc:spChg>
      </pc:sldChg>
      <pc:sldChg chg="addSp delSp modSp">
        <pc:chgData name="Guest User" userId="" providerId="Windows Live" clId="Web-{F09267AD-C1DF-294E-DF7D-EB8DD1DC32EF}" dt="2025-11-13T05:08:45.643" v="214" actId="20577"/>
        <pc:sldMkLst>
          <pc:docMk/>
          <pc:sldMk cId="522481866" sldId="398"/>
        </pc:sldMkLst>
        <pc:spChg chg="mod">
          <ac:chgData name="Guest User" userId="" providerId="Windows Live" clId="Web-{F09267AD-C1DF-294E-DF7D-EB8DD1DC32EF}" dt="2025-11-13T05:08:45.643" v="214" actId="20577"/>
          <ac:spMkLst>
            <pc:docMk/>
            <pc:sldMk cId="522481866" sldId="398"/>
            <ac:spMk id="66564" creationId="{F6F9ED66-7CEC-83BB-02D7-6B9E5089216C}"/>
          </ac:spMkLst>
        </pc:spChg>
        <pc:picChg chg="add mod">
          <ac:chgData name="Guest User" userId="" providerId="Windows Live" clId="Web-{F09267AD-C1DF-294E-DF7D-EB8DD1DC32EF}" dt="2025-11-13T04:53:48.778" v="8"/>
          <ac:picMkLst>
            <pc:docMk/>
            <pc:sldMk cId="522481866" sldId="398"/>
            <ac:picMk id="3" creationId="{F19A3516-F9A3-35F1-22B4-B88B5E8BBD3C}"/>
          </ac:picMkLst>
        </pc:picChg>
        <pc:picChg chg="del">
          <ac:chgData name="Guest User" userId="" providerId="Windows Live" clId="Web-{F09267AD-C1DF-294E-DF7D-EB8DD1DC32EF}" dt="2025-11-13T04:56:10.797" v="22"/>
          <ac:picMkLst>
            <pc:docMk/>
            <pc:sldMk cId="522481866" sldId="398"/>
            <ac:picMk id="4" creationId="{31784854-2735-FBD3-501D-E68A436CFACB}"/>
          </ac:picMkLst>
        </pc:picChg>
      </pc:sldChg>
      <pc:sldChg chg="addSp modSp">
        <pc:chgData name="Guest User" userId="" providerId="Windows Live" clId="Web-{F09267AD-C1DF-294E-DF7D-EB8DD1DC32EF}" dt="2025-11-13T05:27:05.234" v="251" actId="1076"/>
        <pc:sldMkLst>
          <pc:docMk/>
          <pc:sldMk cId="2128667135" sldId="399"/>
        </pc:sldMkLst>
        <pc:spChg chg="mod">
          <ac:chgData name="Guest User" userId="" providerId="Windows Live" clId="Web-{F09267AD-C1DF-294E-DF7D-EB8DD1DC32EF}" dt="2025-11-13T05:09:04.910" v="221" actId="20577"/>
          <ac:spMkLst>
            <pc:docMk/>
            <pc:sldMk cId="2128667135" sldId="399"/>
            <ac:spMk id="71684" creationId="{3C31BAE7-C0C4-5DB5-CD47-28AF64D5300D}"/>
          </ac:spMkLst>
        </pc:spChg>
        <pc:picChg chg="add mod">
          <ac:chgData name="Guest User" userId="" providerId="Windows Live" clId="Web-{F09267AD-C1DF-294E-DF7D-EB8DD1DC32EF}" dt="2025-11-13T05:27:05.234" v="251" actId="1076"/>
          <ac:picMkLst>
            <pc:docMk/>
            <pc:sldMk cId="2128667135" sldId="399"/>
            <ac:picMk id="3" creationId="{2C33A439-A0B6-6F3F-C06F-DA265DC6A09B}"/>
          </ac:picMkLst>
        </pc:picChg>
      </pc:sldChg>
      <pc:sldChg chg="modSp">
        <pc:chgData name="Guest User" userId="" providerId="Windows Live" clId="Web-{F09267AD-C1DF-294E-DF7D-EB8DD1DC32EF}" dt="2025-11-13T05:09:38.645" v="231" actId="20577"/>
        <pc:sldMkLst>
          <pc:docMk/>
          <pc:sldMk cId="1839068812" sldId="400"/>
        </pc:sldMkLst>
        <pc:spChg chg="mod">
          <ac:chgData name="Guest User" userId="" providerId="Windows Live" clId="Web-{F09267AD-C1DF-294E-DF7D-EB8DD1DC32EF}" dt="2025-11-13T05:09:38.645" v="231" actId="20577"/>
          <ac:spMkLst>
            <pc:docMk/>
            <pc:sldMk cId="1839068812" sldId="400"/>
            <ac:spMk id="73734" creationId="{DDA0526F-4583-6094-7A2D-CB6CEC28D80F}"/>
          </ac:spMkLst>
        </pc:spChg>
      </pc:sldChg>
      <pc:sldChg chg="modSp">
        <pc:chgData name="Guest User" userId="" providerId="Windows Live" clId="Web-{F09267AD-C1DF-294E-DF7D-EB8DD1DC32EF}" dt="2025-11-13T05:09:19.785" v="224" actId="20577"/>
        <pc:sldMkLst>
          <pc:docMk/>
          <pc:sldMk cId="1777047199" sldId="401"/>
        </pc:sldMkLst>
        <pc:spChg chg="mod">
          <ac:chgData name="Guest User" userId="" providerId="Windows Live" clId="Web-{F09267AD-C1DF-294E-DF7D-EB8DD1DC32EF}" dt="2025-11-13T05:09:19.785" v="224" actId="20577"/>
          <ac:spMkLst>
            <pc:docMk/>
            <pc:sldMk cId="1777047199" sldId="401"/>
            <ac:spMk id="75780" creationId="{6BFAA6E5-5B6C-E535-F8EA-4C654257268A}"/>
          </ac:spMkLst>
        </pc:spChg>
      </pc:sldChg>
      <pc:sldChg chg="del">
        <pc:chgData name="Guest User" userId="" providerId="Windows Live" clId="Web-{F09267AD-C1DF-294E-DF7D-EB8DD1DC32EF}" dt="2025-11-13T05:10:11.381" v="232"/>
        <pc:sldMkLst>
          <pc:docMk/>
          <pc:sldMk cId="4089680350" sldId="402"/>
        </pc:sldMkLst>
      </pc:sldChg>
      <pc:sldChg chg="addSp modSp">
        <pc:chgData name="Guest User" userId="" providerId="Windows Live" clId="Web-{F09267AD-C1DF-294E-DF7D-EB8DD1DC32EF}" dt="2025-11-13T05:08:51.753" v="216" actId="20577"/>
        <pc:sldMkLst>
          <pc:docMk/>
          <pc:sldMk cId="433892515" sldId="414"/>
        </pc:sldMkLst>
        <pc:spChg chg="add mod">
          <ac:chgData name="Guest User" userId="" providerId="Windows Live" clId="Web-{F09267AD-C1DF-294E-DF7D-EB8DD1DC32EF}" dt="2025-11-13T04:58:21.534" v="47" actId="1076"/>
          <ac:spMkLst>
            <pc:docMk/>
            <pc:sldMk cId="433892515" sldId="414"/>
            <ac:spMk id="5" creationId="{0EAEF23E-0EA8-DAD2-A43B-6ABAE42CCA62}"/>
          </ac:spMkLst>
        </pc:spChg>
        <pc:spChg chg="add mod">
          <ac:chgData name="Guest User" userId="" providerId="Windows Live" clId="Web-{F09267AD-C1DF-294E-DF7D-EB8DD1DC32EF}" dt="2025-11-13T04:58:47.769" v="90" actId="20577"/>
          <ac:spMkLst>
            <pc:docMk/>
            <pc:sldMk cId="433892515" sldId="414"/>
            <ac:spMk id="7" creationId="{2B26CAA2-BAD0-D89C-2401-9D115E94958E}"/>
          </ac:spMkLst>
        </pc:spChg>
        <pc:spChg chg="mod">
          <ac:chgData name="Guest User" userId="" providerId="Windows Live" clId="Web-{F09267AD-C1DF-294E-DF7D-EB8DD1DC32EF}" dt="2025-11-13T05:08:51.753" v="216" actId="20577"/>
          <ac:spMkLst>
            <pc:docMk/>
            <pc:sldMk cId="433892515" sldId="414"/>
            <ac:spMk id="66564" creationId="{7EB245F6-B615-FA1D-12F3-5F561EFC9003}"/>
          </ac:spMkLst>
        </pc:spChg>
        <pc:picChg chg="add mod">
          <ac:chgData name="Guest User" userId="" providerId="Windows Live" clId="Web-{F09267AD-C1DF-294E-DF7D-EB8DD1DC32EF}" dt="2025-11-13T04:58:21.518" v="46" actId="1076"/>
          <ac:picMkLst>
            <pc:docMk/>
            <pc:sldMk cId="433892515" sldId="414"/>
            <ac:picMk id="3" creationId="{35C1D13D-A283-251D-7F20-7B8B6E4584B6}"/>
          </ac:picMkLst>
        </pc:picChg>
        <pc:picChg chg="add mod">
          <ac:chgData name="Guest User" userId="" providerId="Windows Live" clId="Web-{F09267AD-C1DF-294E-DF7D-EB8DD1DC32EF}" dt="2025-11-13T04:58:24.549" v="48" actId="1076"/>
          <ac:picMkLst>
            <pc:docMk/>
            <pc:sldMk cId="433892515" sldId="414"/>
            <ac:picMk id="6" creationId="{59EACBD5-18B9-4660-C687-61ED3C3757F0}"/>
          </ac:picMkLst>
        </pc:picChg>
      </pc:sldChg>
      <pc:sldChg chg="modSp add replId">
        <pc:chgData name="Guest User" userId="" providerId="Windows Live" clId="Web-{F09267AD-C1DF-294E-DF7D-EB8DD1DC32EF}" dt="2025-11-13T05:01:38.715" v="150"/>
        <pc:sldMkLst>
          <pc:docMk/>
          <pc:sldMk cId="511675989" sldId="415"/>
        </pc:sldMkLst>
        <pc:spChg chg="mod">
          <ac:chgData name="Guest User" userId="" providerId="Windows Live" clId="Web-{F09267AD-C1DF-294E-DF7D-EB8DD1DC32EF}" dt="2025-11-13T05:01:38.715" v="150"/>
          <ac:spMkLst>
            <pc:docMk/>
            <pc:sldMk cId="511675989" sldId="415"/>
            <ac:spMk id="2" creationId="{AB6E097C-A8A5-CD27-8C26-236A9951B52B}"/>
          </ac:spMkLst>
        </pc:spChg>
      </pc:sldChg>
    </pc:docChg>
  </pc:docChgLst>
  <pc:docChgLst>
    <pc:chgData name="Guest User" providerId="Windows Live" clId="Web-{950AB8D1-A393-7BB2-3C86-53ED22358EC2}"/>
    <pc:docChg chg="delSld modSld">
      <pc:chgData name="Guest User" userId="" providerId="Windows Live" clId="Web-{950AB8D1-A393-7BB2-3C86-53ED22358EC2}" dt="2025-11-13T05:11:29.556" v="30" actId="20577"/>
      <pc:docMkLst>
        <pc:docMk/>
      </pc:docMkLst>
      <pc:sldChg chg="modSp">
        <pc:chgData name="Guest User" userId="" providerId="Windows Live" clId="Web-{950AB8D1-A393-7BB2-3C86-53ED22358EC2}" dt="2025-11-13T05:11:29.556" v="30" actId="20577"/>
        <pc:sldMkLst>
          <pc:docMk/>
          <pc:sldMk cId="1749458239" sldId="382"/>
        </pc:sldMkLst>
        <pc:spChg chg="mod">
          <ac:chgData name="Guest User" userId="" providerId="Windows Live" clId="Web-{950AB8D1-A393-7BB2-3C86-53ED22358EC2}" dt="2025-11-13T05:11:29.556" v="30" actId="20577"/>
          <ac:spMkLst>
            <pc:docMk/>
            <pc:sldMk cId="1749458239" sldId="382"/>
            <ac:spMk id="5" creationId="{55DBE673-DC96-1FA2-2195-5535787CD9FA}"/>
          </ac:spMkLst>
        </pc:spChg>
      </pc:sldChg>
      <pc:sldChg chg="modSp">
        <pc:chgData name="Guest User" userId="" providerId="Windows Live" clId="Web-{950AB8D1-A393-7BB2-3C86-53ED22358EC2}" dt="2025-11-13T05:05:51.492" v="1" actId="20577"/>
        <pc:sldMkLst>
          <pc:docMk/>
          <pc:sldMk cId="1294302413" sldId="383"/>
        </pc:sldMkLst>
        <pc:spChg chg="mod">
          <ac:chgData name="Guest User" userId="" providerId="Windows Live" clId="Web-{950AB8D1-A393-7BB2-3C86-53ED22358EC2}" dt="2025-11-13T05:05:51.492" v="1" actId="20577"/>
          <ac:spMkLst>
            <pc:docMk/>
            <pc:sldMk cId="1294302413" sldId="383"/>
            <ac:spMk id="66564" creationId="{DA508761-5833-C2FA-881F-67B1CDDADC59}"/>
          </ac:spMkLst>
        </pc:spChg>
      </pc:sldChg>
      <pc:sldChg chg="modSp">
        <pc:chgData name="Guest User" userId="" providerId="Windows Live" clId="Web-{950AB8D1-A393-7BB2-3C86-53ED22358EC2}" dt="2025-11-13T05:11:00.899" v="21" actId="20577"/>
        <pc:sldMkLst>
          <pc:docMk/>
          <pc:sldMk cId="4119633052" sldId="397"/>
        </pc:sldMkLst>
        <pc:spChg chg="mod">
          <ac:chgData name="Guest User" userId="" providerId="Windows Live" clId="Web-{950AB8D1-A393-7BB2-3C86-53ED22358EC2}" dt="2025-11-13T05:11:00.899" v="21" actId="20577"/>
          <ac:spMkLst>
            <pc:docMk/>
            <pc:sldMk cId="4119633052" sldId="397"/>
            <ac:spMk id="3" creationId="{82951DA4-C2A5-5A8D-C311-0A3B0C4616F9}"/>
          </ac:spMkLst>
        </pc:spChg>
      </pc:sldChg>
      <pc:sldChg chg="modSp">
        <pc:chgData name="Guest User" userId="" providerId="Windows Live" clId="Web-{950AB8D1-A393-7BB2-3C86-53ED22358EC2}" dt="2025-11-13T05:05:58.695" v="3" actId="20577"/>
        <pc:sldMkLst>
          <pc:docMk/>
          <pc:sldMk cId="522481866" sldId="398"/>
        </pc:sldMkLst>
        <pc:spChg chg="mod">
          <ac:chgData name="Guest User" userId="" providerId="Windows Live" clId="Web-{950AB8D1-A393-7BB2-3C86-53ED22358EC2}" dt="2025-11-13T05:05:58.695" v="3" actId="20577"/>
          <ac:spMkLst>
            <pc:docMk/>
            <pc:sldMk cId="522481866" sldId="398"/>
            <ac:spMk id="66564" creationId="{F6F9ED66-7CEC-83BB-02D7-6B9E5089216C}"/>
          </ac:spMkLst>
        </pc:spChg>
      </pc:sldChg>
      <pc:sldChg chg="modSp">
        <pc:chgData name="Guest User" userId="" providerId="Windows Live" clId="Web-{950AB8D1-A393-7BB2-3C86-53ED22358EC2}" dt="2025-11-13T05:06:17.695" v="6" actId="20577"/>
        <pc:sldMkLst>
          <pc:docMk/>
          <pc:sldMk cId="2128667135" sldId="399"/>
        </pc:sldMkLst>
        <pc:spChg chg="mod">
          <ac:chgData name="Guest User" userId="" providerId="Windows Live" clId="Web-{950AB8D1-A393-7BB2-3C86-53ED22358EC2}" dt="2025-11-13T05:06:17.695" v="6" actId="20577"/>
          <ac:spMkLst>
            <pc:docMk/>
            <pc:sldMk cId="2128667135" sldId="399"/>
            <ac:spMk id="71684" creationId="{3C31BAE7-C0C4-5DB5-CD47-28AF64D5300D}"/>
          </ac:spMkLst>
        </pc:spChg>
      </pc:sldChg>
      <pc:sldChg chg="modSp">
        <pc:chgData name="Guest User" userId="" providerId="Windows Live" clId="Web-{950AB8D1-A393-7BB2-3C86-53ED22358EC2}" dt="2025-11-13T05:06:25.805" v="7" actId="20577"/>
        <pc:sldMkLst>
          <pc:docMk/>
          <pc:sldMk cId="1839068812" sldId="400"/>
        </pc:sldMkLst>
        <pc:spChg chg="mod">
          <ac:chgData name="Guest User" userId="" providerId="Windows Live" clId="Web-{950AB8D1-A393-7BB2-3C86-53ED22358EC2}" dt="2025-11-13T05:06:25.805" v="7" actId="20577"/>
          <ac:spMkLst>
            <pc:docMk/>
            <pc:sldMk cId="1839068812" sldId="400"/>
            <ac:spMk id="73732" creationId="{891B8D61-8474-AAF2-5E4E-D54D52141A66}"/>
          </ac:spMkLst>
        </pc:spChg>
      </pc:sldChg>
      <pc:sldChg chg="modSp">
        <pc:chgData name="Guest User" userId="" providerId="Windows Live" clId="Web-{950AB8D1-A393-7BB2-3C86-53ED22358EC2}" dt="2025-11-13T05:06:33.992" v="9" actId="20577"/>
        <pc:sldMkLst>
          <pc:docMk/>
          <pc:sldMk cId="1777047199" sldId="401"/>
        </pc:sldMkLst>
        <pc:spChg chg="mod">
          <ac:chgData name="Guest User" userId="" providerId="Windows Live" clId="Web-{950AB8D1-A393-7BB2-3C86-53ED22358EC2}" dt="2025-11-13T05:06:33.992" v="9" actId="20577"/>
          <ac:spMkLst>
            <pc:docMk/>
            <pc:sldMk cId="1777047199" sldId="401"/>
            <ac:spMk id="75780" creationId="{6BFAA6E5-5B6C-E535-F8EA-4C654257268A}"/>
          </ac:spMkLst>
        </pc:spChg>
      </pc:sldChg>
      <pc:sldChg chg="modSp">
        <pc:chgData name="Guest User" userId="" providerId="Windows Live" clId="Web-{950AB8D1-A393-7BB2-3C86-53ED22358EC2}" dt="2025-11-13T05:11:23.072" v="26" actId="20577"/>
        <pc:sldMkLst>
          <pc:docMk/>
          <pc:sldMk cId="1596481413" sldId="405"/>
        </pc:sldMkLst>
        <pc:spChg chg="mod">
          <ac:chgData name="Guest User" userId="" providerId="Windows Live" clId="Web-{950AB8D1-A393-7BB2-3C86-53ED22358EC2}" dt="2025-11-13T05:11:23.072" v="26" actId="20577"/>
          <ac:spMkLst>
            <pc:docMk/>
            <pc:sldMk cId="1596481413" sldId="405"/>
            <ac:spMk id="66564" creationId="{2C082B0F-BF47-0CD3-CDAF-FDAFF221D27C}"/>
          </ac:spMkLst>
        </pc:spChg>
      </pc:sldChg>
      <pc:sldChg chg="modSp del">
        <pc:chgData name="Guest User" userId="" providerId="Windows Live" clId="Web-{950AB8D1-A393-7BB2-3C86-53ED22358EC2}" dt="2025-11-13T05:11:07.446" v="24"/>
        <pc:sldMkLst>
          <pc:docMk/>
          <pc:sldMk cId="906513568" sldId="410"/>
        </pc:sldMkLst>
        <pc:spChg chg="mod">
          <ac:chgData name="Guest User" userId="" providerId="Windows Live" clId="Web-{950AB8D1-A393-7BB2-3C86-53ED22358EC2}" dt="2025-11-13T05:11:03.743" v="23" actId="20577"/>
          <ac:spMkLst>
            <pc:docMk/>
            <pc:sldMk cId="906513568" sldId="410"/>
            <ac:spMk id="80899" creationId="{CE8BA348-0660-09C7-F7A4-C5C5CBCAFDA7}"/>
          </ac:spMkLst>
        </pc:spChg>
      </pc:sldChg>
      <pc:sldChg chg="modSp">
        <pc:chgData name="Guest User" userId="" providerId="Windows Live" clId="Web-{950AB8D1-A393-7BB2-3C86-53ED22358EC2}" dt="2025-11-13T05:06:08.414" v="5" actId="20577"/>
        <pc:sldMkLst>
          <pc:docMk/>
          <pc:sldMk cId="433892515" sldId="414"/>
        </pc:sldMkLst>
        <pc:spChg chg="mod">
          <ac:chgData name="Guest User" userId="" providerId="Windows Live" clId="Web-{950AB8D1-A393-7BB2-3C86-53ED22358EC2}" dt="2025-11-13T05:06:08.414" v="5" actId="20577"/>
          <ac:spMkLst>
            <pc:docMk/>
            <pc:sldMk cId="433892515" sldId="414"/>
            <ac:spMk id="66564" creationId="{7EB245F6-B615-FA1D-12F3-5F561EFC9003}"/>
          </ac:spMkLst>
        </pc:spChg>
      </pc:sldChg>
    </pc:docChg>
  </pc:docChgLst>
  <pc:docChgLst>
    <pc:chgData name="Guest User" providerId="Windows Live" clId="Web-{9C0B27E7-3835-928C-D4BE-DD854D3D67B8}"/>
    <pc:docChg chg="modSld">
      <pc:chgData name="Guest User" userId="" providerId="Windows Live" clId="Web-{9C0B27E7-3835-928C-D4BE-DD854D3D67B8}" dt="2025-11-13T06:02:19.287" v="4" actId="20577"/>
      <pc:docMkLst>
        <pc:docMk/>
      </pc:docMkLst>
      <pc:sldChg chg="modSp">
        <pc:chgData name="Guest User" userId="" providerId="Windows Live" clId="Web-{9C0B27E7-3835-928C-D4BE-DD854D3D67B8}" dt="2025-11-13T06:02:19.287" v="4" actId="20577"/>
        <pc:sldMkLst>
          <pc:docMk/>
          <pc:sldMk cId="1294302413" sldId="383"/>
        </pc:sldMkLst>
        <pc:spChg chg="mod">
          <ac:chgData name="Guest User" userId="" providerId="Windows Live" clId="Web-{9C0B27E7-3835-928C-D4BE-DD854D3D67B8}" dt="2025-11-13T06:02:19.287" v="4" actId="20577"/>
          <ac:spMkLst>
            <pc:docMk/>
            <pc:sldMk cId="1294302413" sldId="383"/>
            <ac:spMk id="66564" creationId="{DA508761-5833-C2FA-881F-67B1CDDADC59}"/>
          </ac:spMkLst>
        </pc:spChg>
      </pc:sldChg>
    </pc:docChg>
  </pc:docChgLst>
  <pc:docChgLst>
    <pc:chgData name="Guest User" providerId="Windows Live" clId="Web-{2D5767F1-4EA5-C6E4-6987-FBF65BD7D927}"/>
    <pc:docChg chg="delSld modSld">
      <pc:chgData name="Guest User" userId="" providerId="Windows Live" clId="Web-{2D5767F1-4EA5-C6E4-6987-FBF65BD7D927}" dt="2025-11-13T02:28:41.140" v="329" actId="20577"/>
      <pc:docMkLst>
        <pc:docMk/>
      </pc:docMkLst>
      <pc:sldChg chg="modSp">
        <pc:chgData name="Guest User" userId="" providerId="Windows Live" clId="Web-{2D5767F1-4EA5-C6E4-6987-FBF65BD7D927}" dt="2025-11-13T01:58:47.096" v="52" actId="20577"/>
        <pc:sldMkLst>
          <pc:docMk/>
          <pc:sldMk cId="0" sldId="366"/>
        </pc:sldMkLst>
        <pc:spChg chg="mod">
          <ac:chgData name="Guest User" userId="" providerId="Windows Live" clId="Web-{2D5767F1-4EA5-C6E4-6987-FBF65BD7D927}" dt="2025-11-13T01:58:47.096" v="52" actId="20577"/>
          <ac:spMkLst>
            <pc:docMk/>
            <pc:sldMk cId="0" sldId="366"/>
            <ac:spMk id="2" creationId="{3EEA2BBB-4F72-63ED-BFF3-7AD52EE6A07F}"/>
          </ac:spMkLst>
        </pc:spChg>
        <pc:spChg chg="mod">
          <ac:chgData name="Guest User" userId="" providerId="Windows Live" clId="Web-{2D5767F1-4EA5-C6E4-6987-FBF65BD7D927}" dt="2025-11-13T01:58:26.189" v="33" actId="1076"/>
          <ac:spMkLst>
            <pc:docMk/>
            <pc:sldMk cId="0" sldId="366"/>
            <ac:spMk id="3" creationId="{BB659A1E-5485-31BB-2289-5CDF46F248D8}"/>
          </ac:spMkLst>
        </pc:spChg>
        <pc:spChg chg="mod">
          <ac:chgData name="Guest User" userId="" providerId="Windows Live" clId="Web-{2D5767F1-4EA5-C6E4-6987-FBF65BD7D927}" dt="2025-11-13T01:58:22.033" v="32" actId="1076"/>
          <ac:spMkLst>
            <pc:docMk/>
            <pc:sldMk cId="0" sldId="366"/>
            <ac:spMk id="65538" creationId="{913CCF7F-9813-1FC4-62F5-1450D6F055CD}"/>
          </ac:spMkLst>
        </pc:spChg>
      </pc:sldChg>
      <pc:sldChg chg="addSp modSp">
        <pc:chgData name="Guest User" userId="" providerId="Windows Live" clId="Web-{2D5767F1-4EA5-C6E4-6987-FBF65BD7D927}" dt="2025-11-13T02:17:08.668" v="282" actId="1076"/>
        <pc:sldMkLst>
          <pc:docMk/>
          <pc:sldMk cId="3449283147" sldId="374"/>
        </pc:sldMkLst>
        <pc:spChg chg="add mod">
          <ac:chgData name="Guest User" userId="" providerId="Windows Live" clId="Web-{2D5767F1-4EA5-C6E4-6987-FBF65BD7D927}" dt="2025-11-13T02:17:08.668" v="282" actId="1076"/>
          <ac:spMkLst>
            <pc:docMk/>
            <pc:sldMk cId="3449283147" sldId="374"/>
            <ac:spMk id="2" creationId="{A914C6EA-46BD-57BE-7D07-63CB1871FEF2}"/>
          </ac:spMkLst>
        </pc:spChg>
        <pc:spChg chg="mod">
          <ac:chgData name="Guest User" userId="" providerId="Windows Live" clId="Web-{2D5767F1-4EA5-C6E4-6987-FBF65BD7D927}" dt="2025-11-13T02:14:11.040" v="224" actId="20577"/>
          <ac:spMkLst>
            <pc:docMk/>
            <pc:sldMk cId="3449283147" sldId="374"/>
            <ac:spMk id="66564" creationId="{74B82AFC-934F-C31C-6B4C-089E6698C5C9}"/>
          </ac:spMkLst>
        </pc:spChg>
      </pc:sldChg>
      <pc:sldChg chg="modSp">
        <pc:chgData name="Guest User" userId="" providerId="Windows Live" clId="Web-{2D5767F1-4EA5-C6E4-6987-FBF65BD7D927}" dt="2025-11-13T02:12:14.132" v="200" actId="1076"/>
        <pc:sldMkLst>
          <pc:docMk/>
          <pc:sldMk cId="0" sldId="381"/>
        </pc:sldMkLst>
        <pc:spChg chg="mod">
          <ac:chgData name="Guest User" userId="" providerId="Windows Live" clId="Web-{2D5767F1-4EA5-C6E4-6987-FBF65BD7D927}" dt="2025-11-13T02:12:14.132" v="200" actId="1076"/>
          <ac:spMkLst>
            <pc:docMk/>
            <pc:sldMk cId="0" sldId="381"/>
            <ac:spMk id="76802" creationId="{5EA2E852-8075-5001-D910-500986697015}"/>
          </ac:spMkLst>
        </pc:spChg>
      </pc:sldChg>
      <pc:sldChg chg="addSp modSp">
        <pc:chgData name="Guest User" userId="" providerId="Windows Live" clId="Web-{2D5767F1-4EA5-C6E4-6987-FBF65BD7D927}" dt="2025-11-13T02:21:13.779" v="327" actId="14100"/>
        <pc:sldMkLst>
          <pc:docMk/>
          <pc:sldMk cId="1749458239" sldId="382"/>
        </pc:sldMkLst>
        <pc:spChg chg="add mod">
          <ac:chgData name="Guest User" userId="" providerId="Windows Live" clId="Web-{2D5767F1-4EA5-C6E4-6987-FBF65BD7D927}" dt="2025-11-13T02:21:13.779" v="327" actId="14100"/>
          <ac:spMkLst>
            <pc:docMk/>
            <pc:sldMk cId="1749458239" sldId="382"/>
            <ac:spMk id="2" creationId="{5519AD6A-EC35-7450-7DA0-5377CFDDAAC1}"/>
          </ac:spMkLst>
        </pc:spChg>
        <pc:spChg chg="mod">
          <ac:chgData name="Guest User" userId="" providerId="Windows Live" clId="Web-{2D5767F1-4EA5-C6E4-6987-FBF65BD7D927}" dt="2025-11-13T02:06:24.731" v="141" actId="20577"/>
          <ac:spMkLst>
            <pc:docMk/>
            <pc:sldMk cId="1749458239" sldId="382"/>
            <ac:spMk id="5" creationId="{55DBE673-DC96-1FA2-2195-5535787CD9FA}"/>
          </ac:spMkLst>
        </pc:spChg>
      </pc:sldChg>
      <pc:sldChg chg="addSp modSp">
        <pc:chgData name="Guest User" userId="" providerId="Windows Live" clId="Web-{2D5767F1-4EA5-C6E4-6987-FBF65BD7D927}" dt="2025-11-13T02:17:32.997" v="289" actId="14100"/>
        <pc:sldMkLst>
          <pc:docMk/>
          <pc:sldMk cId="1294302413" sldId="383"/>
        </pc:sldMkLst>
        <pc:spChg chg="add mod">
          <ac:chgData name="Guest User" userId="" providerId="Windows Live" clId="Web-{2D5767F1-4EA5-C6E4-6987-FBF65BD7D927}" dt="2025-11-13T02:17:32.997" v="289" actId="14100"/>
          <ac:spMkLst>
            <pc:docMk/>
            <pc:sldMk cId="1294302413" sldId="383"/>
            <ac:spMk id="2" creationId="{91DF89D4-C173-18A7-F605-9BB73190BB55}"/>
          </ac:spMkLst>
        </pc:spChg>
        <pc:spChg chg="mod">
          <ac:chgData name="Guest User" userId="" providerId="Windows Live" clId="Web-{2D5767F1-4EA5-C6E4-6987-FBF65BD7D927}" dt="2025-11-13T02:14:24.041" v="228" actId="20577"/>
          <ac:spMkLst>
            <pc:docMk/>
            <pc:sldMk cId="1294302413" sldId="383"/>
            <ac:spMk id="66564" creationId="{DA508761-5833-C2FA-881F-67B1CDDADC59}"/>
          </ac:spMkLst>
        </pc:spChg>
        <pc:spChg chg="mod">
          <ac:chgData name="Guest User" userId="" providerId="Windows Live" clId="Web-{2D5767F1-4EA5-C6E4-6987-FBF65BD7D927}" dt="2025-11-13T02:14:30.994" v="230" actId="20577"/>
          <ac:spMkLst>
            <pc:docMk/>
            <pc:sldMk cId="1294302413" sldId="383"/>
            <ac:spMk id="67586" creationId="{FED7C013-A822-C68F-8816-B9C425CF0E82}"/>
          </ac:spMkLst>
        </pc:spChg>
      </pc:sldChg>
      <pc:sldChg chg="addSp modSp">
        <pc:chgData name="Guest User" userId="" providerId="Windows Live" clId="Web-{2D5767F1-4EA5-C6E4-6987-FBF65BD7D927}" dt="2025-11-13T02:17:53.513" v="293" actId="14100"/>
        <pc:sldMkLst>
          <pc:docMk/>
          <pc:sldMk cId="522481866" sldId="398"/>
        </pc:sldMkLst>
        <pc:spChg chg="add mod">
          <ac:chgData name="Guest User" userId="" providerId="Windows Live" clId="Web-{2D5767F1-4EA5-C6E4-6987-FBF65BD7D927}" dt="2025-11-13T02:17:53.513" v="293" actId="14100"/>
          <ac:spMkLst>
            <pc:docMk/>
            <pc:sldMk cId="522481866" sldId="398"/>
            <ac:spMk id="2" creationId="{C9B916CC-BC72-7F44-7B77-4864B69A48EF}"/>
          </ac:spMkLst>
        </pc:spChg>
        <pc:spChg chg="mod">
          <ac:chgData name="Guest User" userId="" providerId="Windows Live" clId="Web-{2D5767F1-4EA5-C6E4-6987-FBF65BD7D927}" dt="2025-11-13T02:14:44.322" v="234" actId="20577"/>
          <ac:spMkLst>
            <pc:docMk/>
            <pc:sldMk cId="522481866" sldId="398"/>
            <ac:spMk id="66564" creationId="{F6F9ED66-7CEC-83BB-02D7-6B9E5089216C}"/>
          </ac:spMkLst>
        </pc:spChg>
        <pc:spChg chg="mod">
          <ac:chgData name="Guest User" userId="" providerId="Windows Live" clId="Web-{2D5767F1-4EA5-C6E4-6987-FBF65BD7D927}" dt="2025-11-13T02:14:51.213" v="236" actId="20577"/>
          <ac:spMkLst>
            <pc:docMk/>
            <pc:sldMk cId="522481866" sldId="398"/>
            <ac:spMk id="69634" creationId="{F64FF251-438D-B7E9-4F4F-3E4300B5611B}"/>
          </ac:spMkLst>
        </pc:spChg>
      </pc:sldChg>
      <pc:sldChg chg="addSp modSp">
        <pc:chgData name="Guest User" userId="" providerId="Windows Live" clId="Web-{2D5767F1-4EA5-C6E4-6987-FBF65BD7D927}" dt="2025-11-13T02:18:45.126" v="302" actId="14100"/>
        <pc:sldMkLst>
          <pc:docMk/>
          <pc:sldMk cId="2128667135" sldId="399"/>
        </pc:sldMkLst>
        <pc:spChg chg="add mod">
          <ac:chgData name="Guest User" userId="" providerId="Windows Live" clId="Web-{2D5767F1-4EA5-C6E4-6987-FBF65BD7D927}" dt="2025-11-13T02:18:45.126" v="302" actId="14100"/>
          <ac:spMkLst>
            <pc:docMk/>
            <pc:sldMk cId="2128667135" sldId="399"/>
            <ac:spMk id="2" creationId="{B6344DB5-37D5-C555-BA2B-1A9B696C4485}"/>
          </ac:spMkLst>
        </pc:spChg>
        <pc:spChg chg="mod">
          <ac:chgData name="Guest User" userId="" providerId="Windows Live" clId="Web-{2D5767F1-4EA5-C6E4-6987-FBF65BD7D927}" dt="2025-11-13T02:15:05.510" v="240" actId="20577"/>
          <ac:spMkLst>
            <pc:docMk/>
            <pc:sldMk cId="2128667135" sldId="399"/>
            <ac:spMk id="71682" creationId="{02C69171-538B-3631-AB87-20C2AFBA7D40}"/>
          </ac:spMkLst>
        </pc:spChg>
        <pc:spChg chg="mod">
          <ac:chgData name="Guest User" userId="" providerId="Windows Live" clId="Web-{2D5767F1-4EA5-C6E4-6987-FBF65BD7D927}" dt="2025-11-13T02:15:01.041" v="239" actId="20577"/>
          <ac:spMkLst>
            <pc:docMk/>
            <pc:sldMk cId="2128667135" sldId="399"/>
            <ac:spMk id="71684" creationId="{3C31BAE7-C0C4-5DB5-CD47-28AF64D5300D}"/>
          </ac:spMkLst>
        </pc:spChg>
      </pc:sldChg>
      <pc:sldChg chg="modSp">
        <pc:chgData name="Guest User" userId="" providerId="Windows Live" clId="Web-{2D5767F1-4EA5-C6E4-6987-FBF65BD7D927}" dt="2025-11-13T02:19:00.019" v="303" actId="20577"/>
        <pc:sldMkLst>
          <pc:docMk/>
          <pc:sldMk cId="1839068812" sldId="400"/>
        </pc:sldMkLst>
        <pc:spChg chg="mod">
          <ac:chgData name="Guest User" userId="" providerId="Windows Live" clId="Web-{2D5767F1-4EA5-C6E4-6987-FBF65BD7D927}" dt="2025-11-13T02:15:19.729" v="244" actId="20577"/>
          <ac:spMkLst>
            <pc:docMk/>
            <pc:sldMk cId="1839068812" sldId="400"/>
            <ac:spMk id="73730" creationId="{2D40C4DC-BA77-55A8-A2C4-7E75E517E1E2}"/>
          </ac:spMkLst>
        </pc:spChg>
        <pc:spChg chg="mod">
          <ac:chgData name="Guest User" userId="" providerId="Windows Live" clId="Web-{2D5767F1-4EA5-C6E4-6987-FBF65BD7D927}" dt="2025-11-13T02:19:00.019" v="303" actId="20577"/>
          <ac:spMkLst>
            <pc:docMk/>
            <pc:sldMk cId="1839068812" sldId="400"/>
            <ac:spMk id="73732" creationId="{891B8D61-8474-AAF2-5E4E-D54D52141A66}"/>
          </ac:spMkLst>
        </pc:spChg>
      </pc:sldChg>
      <pc:sldChg chg="addSp modSp">
        <pc:chgData name="Guest User" userId="" providerId="Windows Live" clId="Web-{2D5767F1-4EA5-C6E4-6987-FBF65BD7D927}" dt="2025-11-13T02:19:30.365" v="310" actId="14100"/>
        <pc:sldMkLst>
          <pc:docMk/>
          <pc:sldMk cId="1777047199" sldId="401"/>
        </pc:sldMkLst>
        <pc:spChg chg="add mod">
          <ac:chgData name="Guest User" userId="" providerId="Windows Live" clId="Web-{2D5767F1-4EA5-C6E4-6987-FBF65BD7D927}" dt="2025-11-13T02:19:30.365" v="310" actId="14100"/>
          <ac:spMkLst>
            <pc:docMk/>
            <pc:sldMk cId="1777047199" sldId="401"/>
            <ac:spMk id="2" creationId="{B406FCED-22A8-54B6-501C-6692EDF05127}"/>
          </ac:spMkLst>
        </pc:spChg>
        <pc:spChg chg="mod">
          <ac:chgData name="Guest User" userId="" providerId="Windows Live" clId="Web-{2D5767F1-4EA5-C6E4-6987-FBF65BD7D927}" dt="2025-11-13T02:15:37.901" v="249" actId="20577"/>
          <ac:spMkLst>
            <pc:docMk/>
            <pc:sldMk cId="1777047199" sldId="401"/>
            <ac:spMk id="75778" creationId="{01DDC934-47C0-10CB-CC09-AD9C954D9BC6}"/>
          </ac:spMkLst>
        </pc:spChg>
        <pc:spChg chg="mod">
          <ac:chgData name="Guest User" userId="" providerId="Windows Live" clId="Web-{2D5767F1-4EA5-C6E4-6987-FBF65BD7D927}" dt="2025-11-13T02:15:30.245" v="247" actId="20577"/>
          <ac:spMkLst>
            <pc:docMk/>
            <pc:sldMk cId="1777047199" sldId="401"/>
            <ac:spMk id="75780" creationId="{6BFAA6E5-5B6C-E535-F8EA-4C654257268A}"/>
          </ac:spMkLst>
        </pc:spChg>
      </pc:sldChg>
      <pc:sldChg chg="modSp">
        <pc:chgData name="Guest User" userId="" providerId="Windows Live" clId="Web-{2D5767F1-4EA5-C6E4-6987-FBF65BD7D927}" dt="2025-11-13T02:16:23.199" v="269" actId="20577"/>
        <pc:sldMkLst>
          <pc:docMk/>
          <pc:sldMk cId="4089680350" sldId="402"/>
        </pc:sldMkLst>
        <pc:spChg chg="mod">
          <ac:chgData name="Guest User" userId="" providerId="Windows Live" clId="Web-{2D5767F1-4EA5-C6E4-6987-FBF65BD7D927}" dt="2025-11-13T02:16:23.199" v="269" actId="20577"/>
          <ac:spMkLst>
            <pc:docMk/>
            <pc:sldMk cId="4089680350" sldId="402"/>
            <ac:spMk id="78852" creationId="{6591EAC8-6A20-E10C-721B-DAF01ADEAB9C}"/>
          </ac:spMkLst>
        </pc:spChg>
      </pc:sldChg>
      <pc:sldChg chg="del">
        <pc:chgData name="Guest User" userId="" providerId="Windows Live" clId="Web-{2D5767F1-4EA5-C6E4-6987-FBF65BD7D927}" dt="2025-11-13T02:19:44.226" v="311"/>
        <pc:sldMkLst>
          <pc:docMk/>
          <pc:sldMk cId="4155317506" sldId="403"/>
        </pc:sldMkLst>
      </pc:sldChg>
      <pc:sldChg chg="modSp">
        <pc:chgData name="Guest User" userId="" providerId="Windows Live" clId="Web-{2D5767F1-4EA5-C6E4-6987-FBF65BD7D927}" dt="2025-11-13T02:04:35.757" v="127" actId="20577"/>
        <pc:sldMkLst>
          <pc:docMk/>
          <pc:sldMk cId="919594307" sldId="404"/>
        </pc:sldMkLst>
        <pc:spChg chg="mod">
          <ac:chgData name="Guest User" userId="" providerId="Windows Live" clId="Web-{2D5767F1-4EA5-C6E4-6987-FBF65BD7D927}" dt="2025-11-13T02:04:35.757" v="127" actId="20577"/>
          <ac:spMkLst>
            <pc:docMk/>
            <pc:sldMk cId="919594307" sldId="404"/>
            <ac:spMk id="3" creationId="{81A3EF6B-35F9-4CC1-B7ED-7848D997735E}"/>
          </ac:spMkLst>
        </pc:spChg>
        <pc:spChg chg="mod">
          <ac:chgData name="Guest User" userId="" providerId="Windows Live" clId="Web-{2D5767F1-4EA5-C6E4-6987-FBF65BD7D927}" dt="2025-11-13T02:00:44.926" v="85" actId="20577"/>
          <ac:spMkLst>
            <pc:docMk/>
            <pc:sldMk cId="919594307" sldId="404"/>
            <ac:spMk id="66562" creationId="{028DDAFA-4C72-74F8-B14F-3E6A399D9B8A}"/>
          </ac:spMkLst>
        </pc:spChg>
      </pc:sldChg>
      <pc:sldChg chg="addSp modSp">
        <pc:chgData name="Guest User" userId="" providerId="Windows Live" clId="Web-{2D5767F1-4EA5-C6E4-6987-FBF65BD7D927}" dt="2025-11-13T02:20:24.057" v="320" actId="14100"/>
        <pc:sldMkLst>
          <pc:docMk/>
          <pc:sldMk cId="1596481413" sldId="405"/>
        </pc:sldMkLst>
        <pc:spChg chg="add mod">
          <ac:chgData name="Guest User" userId="" providerId="Windows Live" clId="Web-{2D5767F1-4EA5-C6E4-6987-FBF65BD7D927}" dt="2025-11-13T02:20:24.057" v="320" actId="14100"/>
          <ac:spMkLst>
            <pc:docMk/>
            <pc:sldMk cId="1596481413" sldId="405"/>
            <ac:spMk id="3" creationId="{DFC01271-503B-79C4-2517-BF5E5EA2BB29}"/>
          </ac:spMkLst>
        </pc:spChg>
        <pc:spChg chg="mod">
          <ac:chgData name="Guest User" userId="" providerId="Windows Live" clId="Web-{2D5767F1-4EA5-C6E4-6987-FBF65BD7D927}" dt="2025-11-13T02:03:37.581" v="119" actId="20577"/>
          <ac:spMkLst>
            <pc:docMk/>
            <pc:sldMk cId="1596481413" sldId="405"/>
            <ac:spMk id="66564" creationId="{2C082B0F-BF47-0CD3-CDAF-FDAFF221D27C}"/>
          </ac:spMkLst>
        </pc:spChg>
        <pc:spChg chg="mod">
          <ac:chgData name="Guest User" userId="" providerId="Windows Live" clId="Web-{2D5767F1-4EA5-C6E4-6987-FBF65BD7D927}" dt="2025-11-13T02:00:59.551" v="88" actId="20577"/>
          <ac:spMkLst>
            <pc:docMk/>
            <pc:sldMk cId="1596481413" sldId="405"/>
            <ac:spMk id="68610" creationId="{DAD71B86-7C5F-54A4-217F-F014AD4B575F}"/>
          </ac:spMkLst>
        </pc:spChg>
        <pc:picChg chg="mod">
          <ac:chgData name="Guest User" userId="" providerId="Windows Live" clId="Web-{2D5767F1-4EA5-C6E4-6987-FBF65BD7D927}" dt="2025-11-13T02:02:53.171" v="96" actId="1076"/>
          <ac:picMkLst>
            <pc:docMk/>
            <pc:sldMk cId="1596481413" sldId="405"/>
            <ac:picMk id="68613" creationId="{452DAEF3-7A16-8EA8-CBCE-6D0EC47D0A60}"/>
          </ac:picMkLst>
        </pc:picChg>
      </pc:sldChg>
      <pc:sldChg chg="modSp">
        <pc:chgData name="Guest User" userId="" providerId="Windows Live" clId="Web-{2D5767F1-4EA5-C6E4-6987-FBF65BD7D927}" dt="2025-11-13T02:05:12.774" v="130" actId="20577"/>
        <pc:sldMkLst>
          <pc:docMk/>
          <pc:sldMk cId="3534019383" sldId="406"/>
        </pc:sldMkLst>
        <pc:spChg chg="mod">
          <ac:chgData name="Guest User" userId="" providerId="Windows Live" clId="Web-{2D5767F1-4EA5-C6E4-6987-FBF65BD7D927}" dt="2025-11-13T02:01:22.710" v="90" actId="20577"/>
          <ac:spMkLst>
            <pc:docMk/>
            <pc:sldMk cId="3534019383" sldId="406"/>
            <ac:spMk id="70658" creationId="{557E7C68-B18D-C010-28BC-32764B008F2C}"/>
          </ac:spMkLst>
        </pc:spChg>
        <pc:spChg chg="mod">
          <ac:chgData name="Guest User" userId="" providerId="Windows Live" clId="Web-{2D5767F1-4EA5-C6E4-6987-FBF65BD7D927}" dt="2025-11-13T02:05:12.774" v="130" actId="20577"/>
          <ac:spMkLst>
            <pc:docMk/>
            <pc:sldMk cId="3534019383" sldId="406"/>
            <ac:spMk id="70660" creationId="{4B10205E-8FBF-DDE5-D48B-D38E8673C715}"/>
          </ac:spMkLst>
        </pc:spChg>
        <pc:spChg chg="mod">
          <ac:chgData name="Guest User" userId="" providerId="Windows Live" clId="Web-{2D5767F1-4EA5-C6E4-6987-FBF65BD7D927}" dt="2025-11-13T02:04:49.976" v="128" actId="20577"/>
          <ac:spMkLst>
            <pc:docMk/>
            <pc:sldMk cId="3534019383" sldId="406"/>
            <ac:spMk id="70661" creationId="{E95B7640-2F90-E768-9FF4-6BE55F0FD2A3}"/>
          </ac:spMkLst>
        </pc:spChg>
      </pc:sldChg>
      <pc:sldChg chg="modSp">
        <pc:chgData name="Guest User" userId="" providerId="Windows Live" clId="Web-{2D5767F1-4EA5-C6E4-6987-FBF65BD7D927}" dt="2025-11-13T02:28:41.140" v="329" actId="20577"/>
        <pc:sldMkLst>
          <pc:docMk/>
          <pc:sldMk cId="2691048243" sldId="407"/>
        </pc:sldMkLst>
        <pc:spChg chg="mod">
          <ac:chgData name="Guest User" userId="" providerId="Windows Live" clId="Web-{2D5767F1-4EA5-C6E4-6987-FBF65BD7D927}" dt="2025-11-13T02:07:20.561" v="153" actId="20577"/>
          <ac:spMkLst>
            <pc:docMk/>
            <pc:sldMk cId="2691048243" sldId="407"/>
            <ac:spMk id="74754" creationId="{A202CC73-38F9-7815-ED3A-3DEC6F3E55AA}"/>
          </ac:spMkLst>
        </pc:spChg>
        <pc:spChg chg="mod">
          <ac:chgData name="Guest User" userId="" providerId="Windows Live" clId="Web-{2D5767F1-4EA5-C6E4-6987-FBF65BD7D927}" dt="2025-11-13T02:28:41.140" v="329" actId="20577"/>
          <ac:spMkLst>
            <pc:docMk/>
            <pc:sldMk cId="2691048243" sldId="407"/>
            <ac:spMk id="74755" creationId="{CDB8AE6B-AED6-6CFB-7E4B-05B96B3465D8}"/>
          </ac:spMkLst>
        </pc:spChg>
        <pc:spChg chg="mod">
          <ac:chgData name="Guest User" userId="" providerId="Windows Live" clId="Web-{2D5767F1-4EA5-C6E4-6987-FBF65BD7D927}" dt="2025-11-13T02:08:26.532" v="160" actId="20577"/>
          <ac:spMkLst>
            <pc:docMk/>
            <pc:sldMk cId="2691048243" sldId="407"/>
            <ac:spMk id="74756" creationId="{E357669D-CE6D-70AC-1B46-F8A44C277A45}"/>
          </ac:spMkLst>
        </pc:spChg>
        <pc:spChg chg="mod">
          <ac:chgData name="Guest User" userId="" providerId="Windows Live" clId="Web-{2D5767F1-4EA5-C6E4-6987-FBF65BD7D927}" dt="2025-11-13T02:07:40.937" v="154" actId="20577"/>
          <ac:spMkLst>
            <pc:docMk/>
            <pc:sldMk cId="2691048243" sldId="407"/>
            <ac:spMk id="74757" creationId="{F92C4E8B-E92A-221C-5367-C0177827B4AC}"/>
          </ac:spMkLst>
        </pc:spChg>
        <pc:spChg chg="mod">
          <ac:chgData name="Guest User" userId="" providerId="Windows Live" clId="Web-{2D5767F1-4EA5-C6E4-6987-FBF65BD7D927}" dt="2025-11-13T02:08:19.954" v="159" actId="20577"/>
          <ac:spMkLst>
            <pc:docMk/>
            <pc:sldMk cId="2691048243" sldId="407"/>
            <ac:spMk id="74758" creationId="{BE368B15-7EE7-02BD-A0C8-1A977F5B9F26}"/>
          </ac:spMkLst>
        </pc:spChg>
        <pc:spChg chg="mod">
          <ac:chgData name="Guest User" userId="" providerId="Windows Live" clId="Web-{2D5767F1-4EA5-C6E4-6987-FBF65BD7D927}" dt="2025-11-13T02:08:08.422" v="158" actId="20577"/>
          <ac:spMkLst>
            <pc:docMk/>
            <pc:sldMk cId="2691048243" sldId="407"/>
            <ac:spMk id="74759" creationId="{D59BBE58-0D12-21BB-E230-1883B6F271D7}"/>
          </ac:spMkLst>
        </pc:spChg>
      </pc:sldChg>
      <pc:sldChg chg="modSp">
        <pc:chgData name="Guest User" userId="" providerId="Windows Live" clId="Web-{2D5767F1-4EA5-C6E4-6987-FBF65BD7D927}" dt="2025-11-13T02:10:22.957" v="171" actId="20577"/>
        <pc:sldMkLst>
          <pc:docMk/>
          <pc:sldMk cId="1560157226" sldId="409"/>
        </pc:sldMkLst>
        <pc:spChg chg="mod">
          <ac:chgData name="Guest User" userId="" providerId="Windows Live" clId="Web-{2D5767F1-4EA5-C6E4-6987-FBF65BD7D927}" dt="2025-11-13T02:10:22.957" v="171" actId="20577"/>
          <ac:spMkLst>
            <pc:docMk/>
            <pc:sldMk cId="1560157226" sldId="409"/>
            <ac:spMk id="2" creationId="{F688DDF5-8085-D2B9-2FCB-7E490C37D34D}"/>
          </ac:spMkLst>
        </pc:spChg>
        <pc:spChg chg="mod">
          <ac:chgData name="Guest User" userId="" providerId="Windows Live" clId="Web-{2D5767F1-4EA5-C6E4-6987-FBF65BD7D927}" dt="2025-11-13T02:08:47.627" v="164" actId="20577"/>
          <ac:spMkLst>
            <pc:docMk/>
            <pc:sldMk cId="1560157226" sldId="409"/>
            <ac:spMk id="78850" creationId="{4EF7CED8-E664-E9F6-8F24-AE11D0CF8C12}"/>
          </ac:spMkLst>
        </pc:spChg>
      </pc:sldChg>
      <pc:sldChg chg="modSp">
        <pc:chgData name="Guest User" userId="" providerId="Windows Live" clId="Web-{2D5767F1-4EA5-C6E4-6987-FBF65BD7D927}" dt="2025-11-13T02:13:20.243" v="220" actId="20577"/>
        <pc:sldMkLst>
          <pc:docMk/>
          <pc:sldMk cId="906513568" sldId="410"/>
        </pc:sldMkLst>
        <pc:spChg chg="mod">
          <ac:chgData name="Guest User" userId="" providerId="Windows Live" clId="Web-{2D5767F1-4EA5-C6E4-6987-FBF65BD7D927}" dt="2025-11-13T02:13:20.243" v="220" actId="20577"/>
          <ac:spMkLst>
            <pc:docMk/>
            <pc:sldMk cId="906513568" sldId="410"/>
            <ac:spMk id="80899" creationId="{CE8BA348-0660-09C7-F7A4-C5C5CBCAFDA7}"/>
          </ac:spMkLst>
        </pc:spChg>
      </pc:sldChg>
      <pc:sldChg chg="addSp modSp">
        <pc:chgData name="Guest User" userId="" providerId="Windows Live" clId="Web-{2D5767F1-4EA5-C6E4-6987-FBF65BD7D927}" dt="2025-11-13T02:12:43.070" v="205" actId="1076"/>
        <pc:sldMkLst>
          <pc:docMk/>
          <pc:sldMk cId="4218333590" sldId="411"/>
        </pc:sldMkLst>
        <pc:spChg chg="add mod">
          <ac:chgData name="Guest User" userId="" providerId="Windows Live" clId="Web-{2D5767F1-4EA5-C6E4-6987-FBF65BD7D927}" dt="2025-11-13T02:12:43.070" v="205" actId="1076"/>
          <ac:spMkLst>
            <pc:docMk/>
            <pc:sldMk cId="4218333590" sldId="411"/>
            <ac:spMk id="2" creationId="{7D90787B-7E6B-0456-6516-304F065EB80C}"/>
          </ac:spMkLst>
        </pc:spChg>
      </pc:sldChg>
    </pc:docChg>
  </pc:docChgLst>
  <pc:docChgLst>
    <pc:chgData name="Divya Gavane" userId="69efed83bf2d1a70" providerId="LiveId" clId="{F6D2C2B3-D0C8-462F-8B64-61B3C2832330}"/>
    <pc:docChg chg="undo custSel addSld delSld modSld sldOrd">
      <pc:chgData name="Divya Gavane" userId="69efed83bf2d1a70" providerId="LiveId" clId="{F6D2C2B3-D0C8-462F-8B64-61B3C2832330}" dt="2025-11-13T11:20:55.331" v="2391" actId="1076"/>
      <pc:docMkLst>
        <pc:docMk/>
      </pc:docMkLst>
      <pc:sldChg chg="addSp modSp mod">
        <pc:chgData name="Divya Gavane" userId="69efed83bf2d1a70" providerId="LiveId" clId="{F6D2C2B3-D0C8-462F-8B64-61B3C2832330}" dt="2025-11-13T01:06:16.053" v="545" actId="1076"/>
        <pc:sldMkLst>
          <pc:docMk/>
          <pc:sldMk cId="0" sldId="366"/>
        </pc:sldMkLst>
        <pc:spChg chg="add mod">
          <ac:chgData name="Divya Gavane" userId="69efed83bf2d1a70" providerId="LiveId" clId="{F6D2C2B3-D0C8-462F-8B64-61B3C2832330}" dt="2025-11-13T01:06:16.053" v="545" actId="1076"/>
          <ac:spMkLst>
            <pc:docMk/>
            <pc:sldMk cId="0" sldId="366"/>
            <ac:spMk id="2" creationId="{3EEA2BBB-4F72-63ED-BFF3-7AD52EE6A07F}"/>
          </ac:spMkLst>
        </pc:spChg>
        <pc:spChg chg="mod">
          <ac:chgData name="Divya Gavane" userId="69efed83bf2d1a70" providerId="LiveId" clId="{F6D2C2B3-D0C8-462F-8B64-61B3C2832330}" dt="2025-11-13T01:04:39.673" v="462" actId="1076"/>
          <ac:spMkLst>
            <pc:docMk/>
            <pc:sldMk cId="0" sldId="366"/>
            <ac:spMk id="3" creationId="{BB659A1E-5485-31BB-2289-5CDF46F248D8}"/>
          </ac:spMkLst>
        </pc:spChg>
      </pc:sldChg>
      <pc:sldChg chg="modSp add mod">
        <pc:chgData name="Divya Gavane" userId="69efed83bf2d1a70" providerId="LiveId" clId="{F6D2C2B3-D0C8-462F-8B64-61B3C2832330}" dt="2025-11-13T01:32:59.171" v="665" actId="255"/>
        <pc:sldMkLst>
          <pc:docMk/>
          <pc:sldMk cId="3449283147" sldId="374"/>
        </pc:sldMkLst>
        <pc:spChg chg="mod">
          <ac:chgData name="Divya Gavane" userId="69efed83bf2d1a70" providerId="LiveId" clId="{F6D2C2B3-D0C8-462F-8B64-61B3C2832330}" dt="2025-11-13T01:32:59.171" v="665" actId="255"/>
          <ac:spMkLst>
            <pc:docMk/>
            <pc:sldMk cId="3449283147" sldId="374"/>
            <ac:spMk id="65538" creationId="{6A42DED9-FC3E-EDF2-7E27-ED5F4AC93AF7}"/>
          </ac:spMkLst>
        </pc:spChg>
      </pc:sldChg>
      <pc:sldChg chg="add">
        <pc:chgData name="Divya Gavane" userId="69efed83bf2d1a70" providerId="LiveId" clId="{F6D2C2B3-D0C8-462F-8B64-61B3C2832330}" dt="2025-11-13T01:03:34.410" v="454"/>
        <pc:sldMkLst>
          <pc:docMk/>
          <pc:sldMk cId="1749458239" sldId="382"/>
        </pc:sldMkLst>
      </pc:sldChg>
      <pc:sldChg chg="add">
        <pc:chgData name="Divya Gavane" userId="69efed83bf2d1a70" providerId="LiveId" clId="{F6D2C2B3-D0C8-462F-8B64-61B3C2832330}" dt="2025-11-13T01:03:09.777" v="453"/>
        <pc:sldMkLst>
          <pc:docMk/>
          <pc:sldMk cId="1294302413" sldId="383"/>
        </pc:sldMkLst>
      </pc:sldChg>
      <pc:sldChg chg="addSp delSp modSp mod">
        <pc:chgData name="Divya Gavane" userId="69efed83bf2d1a70" providerId="LiveId" clId="{F6D2C2B3-D0C8-462F-8B64-61B3C2832330}" dt="2025-11-13T08:59:29.997" v="1924" actId="20577"/>
        <pc:sldMkLst>
          <pc:docMk/>
          <pc:sldMk cId="428027791" sldId="384"/>
        </pc:sldMkLst>
        <pc:spChg chg="add del mod">
          <ac:chgData name="Divya Gavane" userId="69efed83bf2d1a70" providerId="LiveId" clId="{F6D2C2B3-D0C8-462F-8B64-61B3C2832330}" dt="2025-11-13T08:15:50.045" v="1480" actId="478"/>
          <ac:spMkLst>
            <pc:docMk/>
            <pc:sldMk cId="428027791" sldId="384"/>
            <ac:spMk id="3" creationId="{D5771797-E17A-B261-5CAD-767DEA8567AE}"/>
          </ac:spMkLst>
        </pc:spChg>
        <pc:spChg chg="mod">
          <ac:chgData name="Divya Gavane" userId="69efed83bf2d1a70" providerId="LiveId" clId="{F6D2C2B3-D0C8-462F-8B64-61B3C2832330}" dt="2025-11-13T08:59:29.997" v="1924" actId="20577"/>
          <ac:spMkLst>
            <pc:docMk/>
            <pc:sldMk cId="428027791" sldId="384"/>
            <ac:spMk id="5" creationId="{69DD8F2F-D590-5238-B969-FB7DCBF91E7F}"/>
          </ac:spMkLst>
        </pc:spChg>
        <pc:spChg chg="add del mod">
          <ac:chgData name="Divya Gavane" userId="69efed83bf2d1a70" providerId="LiveId" clId="{F6D2C2B3-D0C8-462F-8B64-61B3C2832330}" dt="2025-11-13T08:25:27.653" v="1489" actId="478"/>
          <ac:spMkLst>
            <pc:docMk/>
            <pc:sldMk cId="428027791" sldId="384"/>
            <ac:spMk id="7" creationId="{87F07B6F-5D69-F227-09D0-696F2A8F76F9}"/>
          </ac:spMkLst>
        </pc:spChg>
        <pc:spChg chg="mod">
          <ac:chgData name="Divya Gavane" userId="69efed83bf2d1a70" providerId="LiveId" clId="{F6D2C2B3-D0C8-462F-8B64-61B3C2832330}" dt="2025-11-13T03:23:44.620" v="1252" actId="113"/>
          <ac:spMkLst>
            <pc:docMk/>
            <pc:sldMk cId="428027791" sldId="384"/>
            <ac:spMk id="8" creationId="{C6F19AC3-BDCC-8373-054A-1DB51755CB9A}"/>
          </ac:spMkLst>
        </pc:spChg>
        <pc:spChg chg="del">
          <ac:chgData name="Divya Gavane" userId="69efed83bf2d1a70" providerId="LiveId" clId="{F6D2C2B3-D0C8-462F-8B64-61B3C2832330}" dt="2025-11-13T00:37:03.685" v="110" actId="478"/>
          <ac:spMkLst>
            <pc:docMk/>
            <pc:sldMk cId="428027791" sldId="384"/>
            <ac:spMk id="15" creationId="{15B10693-E732-3243-912C-293866B6ED2D}"/>
          </ac:spMkLst>
        </pc:spChg>
        <pc:picChg chg="add del">
          <ac:chgData name="Divya Gavane" userId="69efed83bf2d1a70" providerId="LiveId" clId="{F6D2C2B3-D0C8-462F-8B64-61B3C2832330}" dt="2025-11-12T07:16:50.371" v="3" actId="478"/>
          <ac:picMkLst>
            <pc:docMk/>
            <pc:sldMk cId="428027791" sldId="384"/>
            <ac:picMk id="17" creationId="{66D2A712-60B9-E671-2ABF-6C0F9C4837D9}"/>
          </ac:picMkLst>
        </pc:picChg>
        <pc:picChg chg="add del">
          <ac:chgData name="Divya Gavane" userId="69efed83bf2d1a70" providerId="LiveId" clId="{F6D2C2B3-D0C8-462F-8B64-61B3C2832330}" dt="2025-11-12T07:17:11.799" v="4" actId="478"/>
          <ac:picMkLst>
            <pc:docMk/>
            <pc:sldMk cId="428027791" sldId="384"/>
            <ac:picMk id="1026" creationId="{1CB7D4C9-C362-0FA8-D937-863C48130C6E}"/>
          </ac:picMkLst>
        </pc:picChg>
      </pc:sldChg>
      <pc:sldChg chg="delSp modSp mod">
        <pc:chgData name="Divya Gavane" userId="69efed83bf2d1a70" providerId="LiveId" clId="{F6D2C2B3-D0C8-462F-8B64-61B3C2832330}" dt="2025-11-13T09:44:17.521" v="2390" actId="20577"/>
        <pc:sldMkLst>
          <pc:docMk/>
          <pc:sldMk cId="3249992558" sldId="385"/>
        </pc:sldMkLst>
        <pc:spChg chg="mod">
          <ac:chgData name="Divya Gavane" userId="69efed83bf2d1a70" providerId="LiveId" clId="{F6D2C2B3-D0C8-462F-8B64-61B3C2832330}" dt="2025-11-13T09:44:17.521" v="2390" actId="20577"/>
          <ac:spMkLst>
            <pc:docMk/>
            <pc:sldMk cId="3249992558" sldId="385"/>
            <ac:spMk id="2" creationId="{F4BA1392-E4C8-63A3-DC92-04A528803E39}"/>
          </ac:spMkLst>
        </pc:spChg>
        <pc:spChg chg="mod">
          <ac:chgData name="Divya Gavane" userId="69efed83bf2d1a70" providerId="LiveId" clId="{F6D2C2B3-D0C8-462F-8B64-61B3C2832330}" dt="2025-11-13T09:04:51.320" v="1989" actId="20577"/>
          <ac:spMkLst>
            <pc:docMk/>
            <pc:sldMk cId="3249992558" sldId="385"/>
            <ac:spMk id="3" creationId="{B42300CC-AF24-BF0B-3330-5AD7621A554D}"/>
          </ac:spMkLst>
        </pc:spChg>
        <pc:spChg chg="del">
          <ac:chgData name="Divya Gavane" userId="69efed83bf2d1a70" providerId="LiveId" clId="{F6D2C2B3-D0C8-462F-8B64-61B3C2832330}" dt="2025-11-13T00:40:18.739" v="137" actId="478"/>
          <ac:spMkLst>
            <pc:docMk/>
            <pc:sldMk cId="3249992558" sldId="385"/>
            <ac:spMk id="6" creationId="{81722A12-27CF-D230-3E8E-EAE0E06A15F3}"/>
          </ac:spMkLst>
        </pc:spChg>
        <pc:picChg chg="mod">
          <ac:chgData name="Divya Gavane" userId="69efed83bf2d1a70" providerId="LiveId" clId="{F6D2C2B3-D0C8-462F-8B64-61B3C2832330}" dt="2025-11-13T03:19:49.452" v="1232" actId="1076"/>
          <ac:picMkLst>
            <pc:docMk/>
            <pc:sldMk cId="3249992558" sldId="385"/>
            <ac:picMk id="5" creationId="{30282574-F57E-563C-2D0B-835683B5D2A5}"/>
          </ac:picMkLst>
        </pc:picChg>
      </pc:sldChg>
      <pc:sldChg chg="delSp modSp mod">
        <pc:chgData name="Divya Gavane" userId="69efed83bf2d1a70" providerId="LiveId" clId="{F6D2C2B3-D0C8-462F-8B64-61B3C2832330}" dt="2025-11-13T09:03:42.895" v="1975" actId="20577"/>
        <pc:sldMkLst>
          <pc:docMk/>
          <pc:sldMk cId="3433098694" sldId="386"/>
        </pc:sldMkLst>
        <pc:spChg chg="mod">
          <ac:chgData name="Divya Gavane" userId="69efed83bf2d1a70" providerId="LiveId" clId="{F6D2C2B3-D0C8-462F-8B64-61B3C2832330}" dt="2025-11-13T09:03:42.895" v="1975" actId="20577"/>
          <ac:spMkLst>
            <pc:docMk/>
            <pc:sldMk cId="3433098694" sldId="386"/>
            <ac:spMk id="6" creationId="{F3E70712-5808-EA68-06A4-C1C73F46F0C9}"/>
          </ac:spMkLst>
        </pc:spChg>
        <pc:spChg chg="del mod">
          <ac:chgData name="Divya Gavane" userId="69efed83bf2d1a70" providerId="LiveId" clId="{F6D2C2B3-D0C8-462F-8B64-61B3C2832330}" dt="2025-11-13T00:44:51.636" v="197" actId="478"/>
          <ac:spMkLst>
            <pc:docMk/>
            <pc:sldMk cId="3433098694" sldId="386"/>
            <ac:spMk id="7" creationId="{A407FEA7-0718-2C9F-EB0B-D6D45138B8A2}"/>
          </ac:spMkLst>
        </pc:spChg>
        <pc:spChg chg="mod">
          <ac:chgData name="Divya Gavane" userId="69efed83bf2d1a70" providerId="LiveId" clId="{F6D2C2B3-D0C8-462F-8B64-61B3C2832330}" dt="2025-11-13T03:26:03.584" v="1266" actId="1076"/>
          <ac:spMkLst>
            <pc:docMk/>
            <pc:sldMk cId="3433098694" sldId="386"/>
            <ac:spMk id="9" creationId="{F1AFB431-9DB3-0304-A124-83C7F33956F0}"/>
          </ac:spMkLst>
        </pc:spChg>
        <pc:picChg chg="mod">
          <ac:chgData name="Divya Gavane" userId="69efed83bf2d1a70" providerId="LiveId" clId="{F6D2C2B3-D0C8-462F-8B64-61B3C2832330}" dt="2025-11-13T03:25:51.899" v="1264" actId="1076"/>
          <ac:picMkLst>
            <pc:docMk/>
            <pc:sldMk cId="3433098694" sldId="386"/>
            <ac:picMk id="194564" creationId="{F1F6D282-8F55-64CC-F911-0E8B574AB8DF}"/>
          </ac:picMkLst>
        </pc:picChg>
      </pc:sldChg>
      <pc:sldChg chg="addSp delSp modSp mod">
        <pc:chgData name="Divya Gavane" userId="69efed83bf2d1a70" providerId="LiveId" clId="{F6D2C2B3-D0C8-462F-8B64-61B3C2832330}" dt="2025-11-13T09:04:10.223" v="1987" actId="1076"/>
        <pc:sldMkLst>
          <pc:docMk/>
          <pc:sldMk cId="744072559" sldId="387"/>
        </pc:sldMkLst>
        <pc:spChg chg="add del mod">
          <ac:chgData name="Divya Gavane" userId="69efed83bf2d1a70" providerId="LiveId" clId="{F6D2C2B3-D0C8-462F-8B64-61B3C2832330}" dt="2025-11-13T01:14:25.208" v="583"/>
          <ac:spMkLst>
            <pc:docMk/>
            <pc:sldMk cId="744072559" sldId="387"/>
            <ac:spMk id="2" creationId="{428D4A75-17E7-C5BA-7715-3D345D9E8E44}"/>
          </ac:spMkLst>
        </pc:spChg>
        <pc:spChg chg="mod">
          <ac:chgData name="Divya Gavane" userId="69efed83bf2d1a70" providerId="LiveId" clId="{F6D2C2B3-D0C8-462F-8B64-61B3C2832330}" dt="2025-11-13T09:04:10.223" v="1987" actId="1076"/>
          <ac:spMkLst>
            <pc:docMk/>
            <pc:sldMk cId="744072559" sldId="387"/>
            <ac:spMk id="3" creationId="{9345A567-3C3E-30C3-F150-EB30FA40A5D8}"/>
          </ac:spMkLst>
        </pc:spChg>
        <pc:spChg chg="mod">
          <ac:chgData name="Divya Gavane" userId="69efed83bf2d1a70" providerId="LiveId" clId="{F6D2C2B3-D0C8-462F-8B64-61B3C2832330}" dt="2025-11-13T09:00:15.129" v="1928" actId="1076"/>
          <ac:spMkLst>
            <pc:docMk/>
            <pc:sldMk cId="744072559" sldId="387"/>
            <ac:spMk id="5" creationId="{CF6B8702-DEC6-3117-2D24-5D6FC8616AA7}"/>
          </ac:spMkLst>
        </pc:spChg>
        <pc:spChg chg="del">
          <ac:chgData name="Divya Gavane" userId="69efed83bf2d1a70" providerId="LiveId" clId="{F6D2C2B3-D0C8-462F-8B64-61B3C2832330}" dt="2025-11-13T00:44:59.526" v="198" actId="478"/>
          <ac:spMkLst>
            <pc:docMk/>
            <pc:sldMk cId="744072559" sldId="387"/>
            <ac:spMk id="7" creationId="{D2DE71F9-BAB5-F315-5BE1-D4F5766CA1E1}"/>
          </ac:spMkLst>
        </pc:spChg>
        <pc:picChg chg="mod">
          <ac:chgData name="Divya Gavane" userId="69efed83bf2d1a70" providerId="LiveId" clId="{F6D2C2B3-D0C8-462F-8B64-61B3C2832330}" dt="2025-11-13T02:12:43.926" v="776" actId="1076"/>
          <ac:picMkLst>
            <pc:docMk/>
            <pc:sldMk cId="744072559" sldId="387"/>
            <ac:picMk id="194566" creationId="{3566D383-EDF8-42E9-1662-F080BFA71D8D}"/>
          </ac:picMkLst>
        </pc:picChg>
      </pc:sldChg>
      <pc:sldChg chg="add">
        <pc:chgData name="Divya Gavane" userId="69efed83bf2d1a70" providerId="LiveId" clId="{F6D2C2B3-D0C8-462F-8B64-61B3C2832330}" dt="2025-11-13T01:03:09.777" v="453"/>
        <pc:sldMkLst>
          <pc:docMk/>
          <pc:sldMk cId="3591836638" sldId="388"/>
        </pc:sldMkLst>
      </pc:sldChg>
      <pc:sldChg chg="addSp delSp modSp mod">
        <pc:chgData name="Divya Gavane" userId="69efed83bf2d1a70" providerId="LiveId" clId="{F6D2C2B3-D0C8-462F-8B64-61B3C2832330}" dt="2025-11-13T09:44:01.160" v="2389" actId="20577"/>
        <pc:sldMkLst>
          <pc:docMk/>
          <pc:sldMk cId="509989074" sldId="389"/>
        </pc:sldMkLst>
        <pc:spChg chg="mod">
          <ac:chgData name="Divya Gavane" userId="69efed83bf2d1a70" providerId="LiveId" clId="{F6D2C2B3-D0C8-462F-8B64-61B3C2832330}" dt="2025-11-13T09:44:01.160" v="2389" actId="20577"/>
          <ac:spMkLst>
            <pc:docMk/>
            <pc:sldMk cId="509989074" sldId="389"/>
            <ac:spMk id="7" creationId="{9E7D69ED-6629-E5AB-4E86-C6DF54F5D277}"/>
          </ac:spMkLst>
        </pc:spChg>
        <pc:spChg chg="mod">
          <ac:chgData name="Divya Gavane" userId="69efed83bf2d1a70" providerId="LiveId" clId="{F6D2C2B3-D0C8-462F-8B64-61B3C2832330}" dt="2025-11-13T09:42:33.561" v="2386" actId="20577"/>
          <ac:spMkLst>
            <pc:docMk/>
            <pc:sldMk cId="509989074" sldId="389"/>
            <ac:spMk id="9" creationId="{53C17463-ED1D-8671-4198-86796346DD0F}"/>
          </ac:spMkLst>
        </pc:spChg>
        <pc:spChg chg="del mod">
          <ac:chgData name="Divya Gavane" userId="69efed83bf2d1a70" providerId="LiveId" clId="{F6D2C2B3-D0C8-462F-8B64-61B3C2832330}" dt="2025-11-13T00:46:14.949" v="209" actId="478"/>
          <ac:spMkLst>
            <pc:docMk/>
            <pc:sldMk cId="509989074" sldId="389"/>
            <ac:spMk id="10" creationId="{E3EC4480-1E05-7D4C-5BE1-12CE4924AA1F}"/>
          </ac:spMkLst>
        </pc:spChg>
        <pc:picChg chg="del mod">
          <ac:chgData name="Divya Gavane" userId="69efed83bf2d1a70" providerId="LiveId" clId="{F6D2C2B3-D0C8-462F-8B64-61B3C2832330}" dt="2025-11-13T09:16:05.681" v="2104" actId="478"/>
          <ac:picMkLst>
            <pc:docMk/>
            <pc:sldMk cId="509989074" sldId="389"/>
            <ac:picMk id="12" creationId="{090989D9-307F-0CFD-43F6-D054EFD7F24F}"/>
          </ac:picMkLst>
        </pc:picChg>
        <pc:picChg chg="add mod">
          <ac:chgData name="Divya Gavane" userId="69efed83bf2d1a70" providerId="LiveId" clId="{F6D2C2B3-D0C8-462F-8B64-61B3C2832330}" dt="2025-11-13T09:22:56.599" v="2329" actId="1076"/>
          <ac:picMkLst>
            <pc:docMk/>
            <pc:sldMk cId="509989074" sldId="389"/>
            <ac:picMk id="13" creationId="{9298A75E-3D28-02C6-76CA-6B0BF32DB8CD}"/>
          </ac:picMkLst>
        </pc:picChg>
        <pc:picChg chg="mod">
          <ac:chgData name="Divya Gavane" userId="69efed83bf2d1a70" providerId="LiveId" clId="{F6D2C2B3-D0C8-462F-8B64-61B3C2832330}" dt="2025-11-13T09:23:01.109" v="2330" actId="1076"/>
          <ac:picMkLst>
            <pc:docMk/>
            <pc:sldMk cId="509989074" sldId="389"/>
            <ac:picMk id="196610" creationId="{DBE4DD02-B15E-242C-4F11-9391F36FA84D}"/>
          </ac:picMkLst>
        </pc:picChg>
      </pc:sldChg>
      <pc:sldChg chg="addSp delSp modSp del mod">
        <pc:chgData name="Divya Gavane" userId="69efed83bf2d1a70" providerId="LiveId" clId="{F6D2C2B3-D0C8-462F-8B64-61B3C2832330}" dt="2025-11-13T09:16:21.226" v="2109" actId="47"/>
        <pc:sldMkLst>
          <pc:docMk/>
          <pc:sldMk cId="2950978689" sldId="390"/>
        </pc:sldMkLst>
        <pc:spChg chg="add mod">
          <ac:chgData name="Divya Gavane" userId="69efed83bf2d1a70" providerId="LiveId" clId="{F6D2C2B3-D0C8-462F-8B64-61B3C2832330}" dt="2025-11-13T08:51:58.294" v="1603"/>
          <ac:spMkLst>
            <pc:docMk/>
            <pc:sldMk cId="2950978689" sldId="390"/>
            <ac:spMk id="2" creationId="{4056A3BF-604A-0BED-57D1-815DFFDD3B6E}"/>
          </ac:spMkLst>
        </pc:spChg>
        <pc:spChg chg="mod">
          <ac:chgData name="Divya Gavane" userId="69efed83bf2d1a70" providerId="LiveId" clId="{F6D2C2B3-D0C8-462F-8B64-61B3C2832330}" dt="2025-11-13T09:15:40.496" v="2097" actId="21"/>
          <ac:spMkLst>
            <pc:docMk/>
            <pc:sldMk cId="2950978689" sldId="390"/>
            <ac:spMk id="9" creationId="{3C1E015D-6826-B625-A920-85B057117D06}"/>
          </ac:spMkLst>
        </pc:spChg>
        <pc:spChg chg="mod">
          <ac:chgData name="Divya Gavane" userId="69efed83bf2d1a70" providerId="LiveId" clId="{F6D2C2B3-D0C8-462F-8B64-61B3C2832330}" dt="2025-11-13T03:24:43.773" v="1258" actId="113"/>
          <ac:spMkLst>
            <pc:docMk/>
            <pc:sldMk cId="2950978689" sldId="390"/>
            <ac:spMk id="10" creationId="{F8434DD6-6A85-4219-E9ED-E2619D38665A}"/>
          </ac:spMkLst>
        </pc:spChg>
        <pc:spChg chg="del mod">
          <ac:chgData name="Divya Gavane" userId="69efed83bf2d1a70" providerId="LiveId" clId="{F6D2C2B3-D0C8-462F-8B64-61B3C2832330}" dt="2025-11-13T00:49:08.483" v="261" actId="478"/>
          <ac:spMkLst>
            <pc:docMk/>
            <pc:sldMk cId="2950978689" sldId="390"/>
            <ac:spMk id="15" creationId="{0F6210ED-86E8-5F47-1480-D28DE1D7E709}"/>
          </ac:spMkLst>
        </pc:spChg>
        <pc:picChg chg="del">
          <ac:chgData name="Divya Gavane" userId="69efed83bf2d1a70" providerId="LiveId" clId="{F6D2C2B3-D0C8-462F-8B64-61B3C2832330}" dt="2025-11-13T09:16:11.138" v="2105" actId="21"/>
          <ac:picMkLst>
            <pc:docMk/>
            <pc:sldMk cId="2950978689" sldId="390"/>
            <ac:picMk id="13" creationId="{9298A75E-3D28-02C6-76CA-6B0BF32DB8CD}"/>
          </ac:picMkLst>
        </pc:picChg>
      </pc:sldChg>
      <pc:sldChg chg="addSp delSp modSp mod">
        <pc:chgData name="Divya Gavane" userId="69efed83bf2d1a70" providerId="LiveId" clId="{F6D2C2B3-D0C8-462F-8B64-61B3C2832330}" dt="2025-11-13T09:43:54.450" v="2388" actId="1076"/>
        <pc:sldMkLst>
          <pc:docMk/>
          <pc:sldMk cId="3270361235" sldId="392"/>
        </pc:sldMkLst>
        <pc:spChg chg="add mod">
          <ac:chgData name="Divya Gavane" userId="69efed83bf2d1a70" providerId="LiveId" clId="{F6D2C2B3-D0C8-462F-8B64-61B3C2832330}" dt="2025-11-13T08:34:40.310" v="1515" actId="1076"/>
          <ac:spMkLst>
            <pc:docMk/>
            <pc:sldMk cId="3270361235" sldId="392"/>
            <ac:spMk id="3" creationId="{8F10ADB3-2024-0A52-799A-2DAC1594712C}"/>
          </ac:spMkLst>
        </pc:spChg>
        <pc:spChg chg="add mod">
          <ac:chgData name="Divya Gavane" userId="69efed83bf2d1a70" providerId="LiveId" clId="{F6D2C2B3-D0C8-462F-8B64-61B3C2832330}" dt="2025-11-13T08:34:48.230" v="1516" actId="1076"/>
          <ac:spMkLst>
            <pc:docMk/>
            <pc:sldMk cId="3270361235" sldId="392"/>
            <ac:spMk id="4" creationId="{87373CBB-C1C7-6ABC-ACE4-109F4704BC88}"/>
          </ac:spMkLst>
        </pc:spChg>
        <pc:spChg chg="mod">
          <ac:chgData name="Divya Gavane" userId="69efed83bf2d1a70" providerId="LiveId" clId="{F6D2C2B3-D0C8-462F-8B64-61B3C2832330}" dt="2025-11-13T09:43:54.450" v="2388" actId="1076"/>
          <ac:spMkLst>
            <pc:docMk/>
            <pc:sldMk cId="3270361235" sldId="392"/>
            <ac:spMk id="5" creationId="{44BCF0EB-040F-DD33-C794-11179BA8223C}"/>
          </ac:spMkLst>
        </pc:spChg>
        <pc:spChg chg="mod">
          <ac:chgData name="Divya Gavane" userId="69efed83bf2d1a70" providerId="LiveId" clId="{F6D2C2B3-D0C8-462F-8B64-61B3C2832330}" dt="2025-11-13T09:34:20.350" v="2379" actId="20577"/>
          <ac:spMkLst>
            <pc:docMk/>
            <pc:sldMk cId="3270361235" sldId="392"/>
            <ac:spMk id="7" creationId="{CDC76AD1-7C4A-E133-4BDA-7CB19AB36AFA}"/>
          </ac:spMkLst>
        </pc:spChg>
        <pc:spChg chg="del mod">
          <ac:chgData name="Divya Gavane" userId="69efed83bf2d1a70" providerId="LiveId" clId="{F6D2C2B3-D0C8-462F-8B64-61B3C2832330}" dt="2025-11-13T00:52:31.807" v="364" actId="478"/>
          <ac:spMkLst>
            <pc:docMk/>
            <pc:sldMk cId="3270361235" sldId="392"/>
            <ac:spMk id="8" creationId="{AA837CEE-E277-B996-883D-F5C6AB738D03}"/>
          </ac:spMkLst>
        </pc:spChg>
        <pc:picChg chg="add mod">
          <ac:chgData name="Divya Gavane" userId="69efed83bf2d1a70" providerId="LiveId" clId="{F6D2C2B3-D0C8-462F-8B64-61B3C2832330}" dt="2025-11-13T09:32:37.935" v="2353" actId="1076"/>
          <ac:picMkLst>
            <pc:docMk/>
            <pc:sldMk cId="3270361235" sldId="392"/>
            <ac:picMk id="2" creationId="{856C06D1-2838-14F0-9499-1F8994EF376E}"/>
          </ac:picMkLst>
        </pc:picChg>
        <pc:picChg chg="mod">
          <ac:chgData name="Divya Gavane" userId="69efed83bf2d1a70" providerId="LiveId" clId="{F6D2C2B3-D0C8-462F-8B64-61B3C2832330}" dt="2025-11-13T09:32:32.771" v="2352" actId="1076"/>
          <ac:picMkLst>
            <pc:docMk/>
            <pc:sldMk cId="3270361235" sldId="392"/>
            <ac:picMk id="199682" creationId="{CE5A1F3A-F524-A5CB-FDF8-ED6A09FFE113}"/>
          </ac:picMkLst>
        </pc:picChg>
        <pc:picChg chg="del mod">
          <ac:chgData name="Divya Gavane" userId="69efed83bf2d1a70" providerId="LiveId" clId="{F6D2C2B3-D0C8-462F-8B64-61B3C2832330}" dt="2025-11-13T08:33:57.681" v="1505" actId="478"/>
          <ac:picMkLst>
            <pc:docMk/>
            <pc:sldMk cId="3270361235" sldId="392"/>
            <ac:picMk id="199684" creationId="{FF795E01-D576-E0B5-6116-D0BC79E170CB}"/>
          </ac:picMkLst>
        </pc:picChg>
      </pc:sldChg>
      <pc:sldChg chg="addSp delSp modSp mod">
        <pc:chgData name="Divya Gavane" userId="69efed83bf2d1a70" providerId="LiveId" clId="{F6D2C2B3-D0C8-462F-8B64-61B3C2832330}" dt="2025-11-13T11:20:55.331" v="2391" actId="1076"/>
        <pc:sldMkLst>
          <pc:docMk/>
          <pc:sldMk cId="3960509440" sldId="393"/>
        </pc:sldMkLst>
        <pc:spChg chg="add del mod">
          <ac:chgData name="Divya Gavane" userId="69efed83bf2d1a70" providerId="LiveId" clId="{F6D2C2B3-D0C8-462F-8B64-61B3C2832330}" dt="2025-11-13T08:50:23.469" v="1594" actId="21"/>
          <ac:spMkLst>
            <pc:docMk/>
            <pc:sldMk cId="3960509440" sldId="393"/>
            <ac:spMk id="2" creationId="{4056A3BF-604A-0BED-57D1-815DFFDD3B6E}"/>
          </ac:spMkLst>
        </pc:spChg>
        <pc:spChg chg="mod">
          <ac:chgData name="Divya Gavane" userId="69efed83bf2d1a70" providerId="LiveId" clId="{F6D2C2B3-D0C8-462F-8B64-61B3C2832330}" dt="2025-11-13T09:23:56.503" v="2333" actId="1076"/>
          <ac:spMkLst>
            <pc:docMk/>
            <pc:sldMk cId="3960509440" sldId="393"/>
            <ac:spMk id="3" creationId="{07C541D3-4A36-033F-B5BE-A1D7616DCC45}"/>
          </ac:spMkLst>
        </pc:spChg>
        <pc:spChg chg="mod">
          <ac:chgData name="Divya Gavane" userId="69efed83bf2d1a70" providerId="LiveId" clId="{F6D2C2B3-D0C8-462F-8B64-61B3C2832330}" dt="2025-11-13T09:23:48.836" v="2332" actId="1076"/>
          <ac:spMkLst>
            <pc:docMk/>
            <pc:sldMk cId="3960509440" sldId="393"/>
            <ac:spMk id="5" creationId="{849BD798-9CAF-F7F6-74A5-22A9AB3CE4C3}"/>
          </ac:spMkLst>
        </pc:spChg>
        <pc:spChg chg="add del mod">
          <ac:chgData name="Divya Gavane" userId="69efed83bf2d1a70" providerId="LiveId" clId="{F6D2C2B3-D0C8-462F-8B64-61B3C2832330}" dt="2025-11-13T08:50:18.950" v="1593" actId="21"/>
          <ac:spMkLst>
            <pc:docMk/>
            <pc:sldMk cId="3960509440" sldId="393"/>
            <ac:spMk id="6" creationId="{F3F088CE-9D2A-CC99-30D9-D731CA9B05B9}"/>
          </ac:spMkLst>
        </pc:spChg>
        <pc:spChg chg="del mod">
          <ac:chgData name="Divya Gavane" userId="69efed83bf2d1a70" providerId="LiveId" clId="{F6D2C2B3-D0C8-462F-8B64-61B3C2832330}" dt="2025-11-13T00:55:09.661" v="452" actId="478"/>
          <ac:spMkLst>
            <pc:docMk/>
            <pc:sldMk cId="3960509440" sldId="393"/>
            <ac:spMk id="11" creationId="{2906451C-AFB8-9418-C43B-397D5C8D95AB}"/>
          </ac:spMkLst>
        </pc:spChg>
        <pc:picChg chg="del mod">
          <ac:chgData name="Divya Gavane" userId="69efed83bf2d1a70" providerId="LiveId" clId="{F6D2C2B3-D0C8-462F-8B64-61B3C2832330}" dt="2025-11-13T08:50:04.130" v="1588" actId="478"/>
          <ac:picMkLst>
            <pc:docMk/>
            <pc:sldMk cId="3960509440" sldId="393"/>
            <ac:picMk id="13" creationId="{14EECF73-E7A5-CB57-B2F4-6BA3FABBAA86}"/>
          </ac:picMkLst>
        </pc:picChg>
        <pc:picChg chg="add del mod">
          <ac:chgData name="Divya Gavane" userId="69efed83bf2d1a70" providerId="LiveId" clId="{F6D2C2B3-D0C8-462F-8B64-61B3C2832330}" dt="2025-11-13T11:20:55.331" v="2391" actId="1076"/>
          <ac:picMkLst>
            <pc:docMk/>
            <pc:sldMk cId="3960509440" sldId="393"/>
            <ac:picMk id="15" creationId="{C997F7ED-92D2-3402-F25C-CE7C554FB67A}"/>
          </ac:picMkLst>
        </pc:picChg>
      </pc:sldChg>
      <pc:sldChg chg="modSp del mod modShow">
        <pc:chgData name="Divya Gavane" userId="69efed83bf2d1a70" providerId="LiveId" clId="{F6D2C2B3-D0C8-462F-8B64-61B3C2832330}" dt="2025-11-13T08:56:19.465" v="1839" actId="2696"/>
        <pc:sldMkLst>
          <pc:docMk/>
          <pc:sldMk cId="2747929486" sldId="394"/>
        </pc:sldMkLst>
        <pc:spChg chg="mod">
          <ac:chgData name="Divya Gavane" userId="69efed83bf2d1a70" providerId="LiveId" clId="{F6D2C2B3-D0C8-462F-8B64-61B3C2832330}" dt="2025-11-13T01:24:56.331" v="655" actId="20577"/>
          <ac:spMkLst>
            <pc:docMk/>
            <pc:sldMk cId="2747929486" sldId="394"/>
            <ac:spMk id="3" creationId="{15142B8F-FFAF-B1D4-0283-EDD2B2180A07}"/>
          </ac:spMkLst>
        </pc:spChg>
      </pc:sldChg>
      <pc:sldChg chg="del">
        <pc:chgData name="Divya Gavane" userId="69efed83bf2d1a70" providerId="LiveId" clId="{F6D2C2B3-D0C8-462F-8B64-61B3C2832330}" dt="2025-11-13T00:38:00.649" v="120" actId="47"/>
        <pc:sldMkLst>
          <pc:docMk/>
          <pc:sldMk cId="2364213662" sldId="396"/>
        </pc:sldMkLst>
      </pc:sldChg>
      <pc:sldChg chg="addSp modSp new del mod">
        <pc:chgData name="Divya Gavane" userId="69efed83bf2d1a70" providerId="LiveId" clId="{F6D2C2B3-D0C8-462F-8B64-61B3C2832330}" dt="2025-11-13T00:28:53.191" v="49" actId="47"/>
        <pc:sldMkLst>
          <pc:docMk/>
          <pc:sldMk cId="255896122" sldId="397"/>
        </pc:sldMkLst>
        <pc:spChg chg="add mod">
          <ac:chgData name="Divya Gavane" userId="69efed83bf2d1a70" providerId="LiveId" clId="{F6D2C2B3-D0C8-462F-8B64-61B3C2832330}" dt="2025-11-13T00:28:42.375" v="48" actId="20577"/>
          <ac:spMkLst>
            <pc:docMk/>
            <pc:sldMk cId="255896122" sldId="397"/>
            <ac:spMk id="3" creationId="{40FF1185-43EA-783D-C81A-18AD5D17B897}"/>
          </ac:spMkLst>
        </pc:spChg>
      </pc:sldChg>
      <pc:sldChg chg="addSp modSp new mod ord">
        <pc:chgData name="Divya Gavane" userId="69efed83bf2d1a70" providerId="LiveId" clId="{F6D2C2B3-D0C8-462F-8B64-61B3C2832330}" dt="2025-11-13T08:14:34.719" v="1474" actId="20577"/>
        <pc:sldMkLst>
          <pc:docMk/>
          <pc:sldMk cId="4119633052" sldId="397"/>
        </pc:sldMkLst>
        <pc:spChg chg="add mod">
          <ac:chgData name="Divya Gavane" userId="69efed83bf2d1a70" providerId="LiveId" clId="{F6D2C2B3-D0C8-462F-8B64-61B3C2832330}" dt="2025-11-13T08:14:34.719" v="1474" actId="20577"/>
          <ac:spMkLst>
            <pc:docMk/>
            <pc:sldMk cId="4119633052" sldId="397"/>
            <ac:spMk id="3" creationId="{82951DA4-C2A5-5A8D-C311-0A3B0C4616F9}"/>
          </ac:spMkLst>
        </pc:spChg>
        <pc:spChg chg="add mod">
          <ac:chgData name="Divya Gavane" userId="69efed83bf2d1a70" providerId="LiveId" clId="{F6D2C2B3-D0C8-462F-8B64-61B3C2832330}" dt="2025-11-13T07:39:13.226" v="1388" actId="1076"/>
          <ac:spMkLst>
            <pc:docMk/>
            <pc:sldMk cId="4119633052" sldId="397"/>
            <ac:spMk id="5" creationId="{1398B97F-200A-4EE0-8FB9-F0599605FEAC}"/>
          </ac:spMkLst>
        </pc:spChg>
      </pc:sldChg>
      <pc:sldChg chg="delSp modSp add mod">
        <pc:chgData name="Divya Gavane" userId="69efed83bf2d1a70" providerId="LiveId" clId="{F6D2C2B3-D0C8-462F-8B64-61B3C2832330}" dt="2025-11-13T08:40:55.922" v="1520" actId="478"/>
        <pc:sldMkLst>
          <pc:docMk/>
          <pc:sldMk cId="522481866" sldId="398"/>
        </pc:sldMkLst>
        <pc:spChg chg="del mod">
          <ac:chgData name="Divya Gavane" userId="69efed83bf2d1a70" providerId="LiveId" clId="{F6D2C2B3-D0C8-462F-8B64-61B3C2832330}" dt="2025-11-13T08:40:55.922" v="1520" actId="478"/>
          <ac:spMkLst>
            <pc:docMk/>
            <pc:sldMk cId="522481866" sldId="398"/>
            <ac:spMk id="2" creationId="{C9B916CC-BC72-7F44-7B77-4864B69A48EF}"/>
          </ac:spMkLst>
        </pc:spChg>
        <pc:picChg chg="mod">
          <ac:chgData name="Divya Gavane" userId="69efed83bf2d1a70" providerId="LiveId" clId="{F6D2C2B3-D0C8-462F-8B64-61B3C2832330}" dt="2025-11-13T08:40:51.865" v="1518" actId="1076"/>
          <ac:picMkLst>
            <pc:docMk/>
            <pc:sldMk cId="522481866" sldId="398"/>
            <ac:picMk id="3" creationId="{F19A3516-F9A3-35F1-22B4-B88B5E8BBD3C}"/>
          </ac:picMkLst>
        </pc:picChg>
      </pc:sldChg>
      <pc:sldChg chg="addSp modSp new del mod">
        <pc:chgData name="Divya Gavane" userId="69efed83bf2d1a70" providerId="LiveId" clId="{F6D2C2B3-D0C8-462F-8B64-61B3C2832330}" dt="2025-11-13T00:28:54.937" v="50" actId="47"/>
        <pc:sldMkLst>
          <pc:docMk/>
          <pc:sldMk cId="663938852" sldId="398"/>
        </pc:sldMkLst>
        <pc:spChg chg="add mod">
          <ac:chgData name="Divya Gavane" userId="69efed83bf2d1a70" providerId="LiveId" clId="{F6D2C2B3-D0C8-462F-8B64-61B3C2832330}" dt="2025-11-13T00:28:18.934" v="47" actId="14100"/>
          <ac:spMkLst>
            <pc:docMk/>
            <pc:sldMk cId="663938852" sldId="398"/>
            <ac:spMk id="3" creationId="{6A5C52B6-B57A-3593-ABD8-DDA017C6B8B0}"/>
          </ac:spMkLst>
        </pc:spChg>
      </pc:sldChg>
      <pc:sldChg chg="addSp modSp new del mod">
        <pc:chgData name="Divya Gavane" userId="69efed83bf2d1a70" providerId="LiveId" clId="{F6D2C2B3-D0C8-462F-8B64-61B3C2832330}" dt="2025-11-13T00:27:40.790" v="42" actId="2696"/>
        <pc:sldMkLst>
          <pc:docMk/>
          <pc:sldMk cId="2763718961" sldId="398"/>
        </pc:sldMkLst>
        <pc:spChg chg="add mod">
          <ac:chgData name="Divya Gavane" userId="69efed83bf2d1a70" providerId="LiveId" clId="{F6D2C2B3-D0C8-462F-8B64-61B3C2832330}" dt="2025-11-13T00:24:07.903" v="41" actId="1076"/>
          <ac:spMkLst>
            <pc:docMk/>
            <pc:sldMk cId="2763718961" sldId="398"/>
            <ac:spMk id="3" creationId="{776C7138-A329-49C0-8C05-A51F21002500}"/>
          </ac:spMkLst>
        </pc:spChg>
      </pc:sldChg>
      <pc:sldChg chg="modSp add mod">
        <pc:chgData name="Divya Gavane" userId="69efed83bf2d1a70" providerId="LiveId" clId="{F6D2C2B3-D0C8-462F-8B64-61B3C2832330}" dt="2025-11-13T08:40:41.894" v="1517" actId="14100"/>
        <pc:sldMkLst>
          <pc:docMk/>
          <pc:sldMk cId="2128667135" sldId="399"/>
        </pc:sldMkLst>
        <pc:picChg chg="mod">
          <ac:chgData name="Divya Gavane" userId="69efed83bf2d1a70" providerId="LiveId" clId="{F6D2C2B3-D0C8-462F-8B64-61B3C2832330}" dt="2025-11-13T08:40:41.894" v="1517" actId="14100"/>
          <ac:picMkLst>
            <pc:docMk/>
            <pc:sldMk cId="2128667135" sldId="399"/>
            <ac:picMk id="3" creationId="{2C33A439-A0B6-6F3F-C06F-DA265DC6A09B}"/>
          </ac:picMkLst>
        </pc:picChg>
      </pc:sldChg>
      <pc:sldChg chg="add">
        <pc:chgData name="Divya Gavane" userId="69efed83bf2d1a70" providerId="LiveId" clId="{F6D2C2B3-D0C8-462F-8B64-61B3C2832330}" dt="2025-11-13T01:03:09.777" v="453"/>
        <pc:sldMkLst>
          <pc:docMk/>
          <pc:sldMk cId="1839068812" sldId="400"/>
        </pc:sldMkLst>
      </pc:sldChg>
      <pc:sldChg chg="add">
        <pc:chgData name="Divya Gavane" userId="69efed83bf2d1a70" providerId="LiveId" clId="{F6D2C2B3-D0C8-462F-8B64-61B3C2832330}" dt="2025-11-13T01:03:09.777" v="453"/>
        <pc:sldMkLst>
          <pc:docMk/>
          <pc:sldMk cId="1777047199" sldId="401"/>
        </pc:sldMkLst>
      </pc:sldChg>
      <pc:sldChg chg="add ord">
        <pc:chgData name="Divya Gavane" userId="69efed83bf2d1a70" providerId="LiveId" clId="{F6D2C2B3-D0C8-462F-8B64-61B3C2832330}" dt="2025-11-13T01:28:45.669" v="663"/>
        <pc:sldMkLst>
          <pc:docMk/>
          <pc:sldMk cId="4089680350" sldId="402"/>
        </pc:sldMkLst>
      </pc:sldChg>
      <pc:sldChg chg="add">
        <pc:chgData name="Divya Gavane" userId="69efed83bf2d1a70" providerId="LiveId" clId="{F6D2C2B3-D0C8-462F-8B64-61B3C2832330}" dt="2025-11-13T01:03:34.410" v="454"/>
        <pc:sldMkLst>
          <pc:docMk/>
          <pc:sldMk cId="4155317506" sldId="403"/>
        </pc:sldMkLst>
      </pc:sldChg>
      <pc:sldChg chg="add">
        <pc:chgData name="Divya Gavane" userId="69efed83bf2d1a70" providerId="LiveId" clId="{F6D2C2B3-D0C8-462F-8B64-61B3C2832330}" dt="2025-11-13T01:03:34.410" v="454"/>
        <pc:sldMkLst>
          <pc:docMk/>
          <pc:sldMk cId="919594307" sldId="404"/>
        </pc:sldMkLst>
      </pc:sldChg>
      <pc:sldChg chg="add">
        <pc:chgData name="Divya Gavane" userId="69efed83bf2d1a70" providerId="LiveId" clId="{F6D2C2B3-D0C8-462F-8B64-61B3C2832330}" dt="2025-11-13T01:03:34.410" v="454"/>
        <pc:sldMkLst>
          <pc:docMk/>
          <pc:sldMk cId="1596481413" sldId="405"/>
        </pc:sldMkLst>
      </pc:sldChg>
      <pc:sldChg chg="add">
        <pc:chgData name="Divya Gavane" userId="69efed83bf2d1a70" providerId="LiveId" clId="{F6D2C2B3-D0C8-462F-8B64-61B3C2832330}" dt="2025-11-13T01:03:34.410" v="454"/>
        <pc:sldMkLst>
          <pc:docMk/>
          <pc:sldMk cId="3534019383" sldId="406"/>
        </pc:sldMkLst>
      </pc:sldChg>
      <pc:sldChg chg="add">
        <pc:chgData name="Divya Gavane" userId="69efed83bf2d1a70" providerId="LiveId" clId="{F6D2C2B3-D0C8-462F-8B64-61B3C2832330}" dt="2025-11-13T01:03:34.410" v="454"/>
        <pc:sldMkLst>
          <pc:docMk/>
          <pc:sldMk cId="2691048243" sldId="407"/>
        </pc:sldMkLst>
      </pc:sldChg>
      <pc:sldChg chg="add">
        <pc:chgData name="Divya Gavane" userId="69efed83bf2d1a70" providerId="LiveId" clId="{F6D2C2B3-D0C8-462F-8B64-61B3C2832330}" dt="2025-11-13T01:03:34.410" v="454"/>
        <pc:sldMkLst>
          <pc:docMk/>
          <pc:sldMk cId="1787642985" sldId="408"/>
        </pc:sldMkLst>
      </pc:sldChg>
      <pc:sldChg chg="add">
        <pc:chgData name="Divya Gavane" userId="69efed83bf2d1a70" providerId="LiveId" clId="{F6D2C2B3-D0C8-462F-8B64-61B3C2832330}" dt="2025-11-13T01:03:34.410" v="454"/>
        <pc:sldMkLst>
          <pc:docMk/>
          <pc:sldMk cId="1560157226" sldId="409"/>
        </pc:sldMkLst>
      </pc:sldChg>
      <pc:sldChg chg="add">
        <pc:chgData name="Divya Gavane" userId="69efed83bf2d1a70" providerId="LiveId" clId="{F6D2C2B3-D0C8-462F-8B64-61B3C2832330}" dt="2025-11-13T01:03:34.410" v="454"/>
        <pc:sldMkLst>
          <pc:docMk/>
          <pc:sldMk cId="906513568" sldId="410"/>
        </pc:sldMkLst>
      </pc:sldChg>
      <pc:sldChg chg="add del">
        <pc:chgData name="Divya Gavane" userId="69efed83bf2d1a70" providerId="LiveId" clId="{F6D2C2B3-D0C8-462F-8B64-61B3C2832330}" dt="2025-11-13T01:03:54.084" v="455" actId="47"/>
        <pc:sldMkLst>
          <pc:docMk/>
          <pc:sldMk cId="3785595273" sldId="411"/>
        </pc:sldMkLst>
      </pc:sldChg>
      <pc:sldChg chg="new">
        <pc:chgData name="Divya Gavane" userId="69efed83bf2d1a70" providerId="LiveId" clId="{F6D2C2B3-D0C8-462F-8B64-61B3C2832330}" dt="2025-11-13T01:43:53.350" v="674" actId="680"/>
        <pc:sldMkLst>
          <pc:docMk/>
          <pc:sldMk cId="4218333590" sldId="411"/>
        </pc:sldMkLst>
      </pc:sldChg>
      <pc:sldChg chg="addSp delSp modSp new del mod modShow">
        <pc:chgData name="Divya Gavane" userId="69efed83bf2d1a70" providerId="LiveId" clId="{F6D2C2B3-D0C8-462F-8B64-61B3C2832330}" dt="2025-11-13T08:56:15.701" v="1838" actId="2696"/>
        <pc:sldMkLst>
          <pc:docMk/>
          <pc:sldMk cId="2366305246" sldId="412"/>
        </pc:sldMkLst>
        <pc:spChg chg="add mod">
          <ac:chgData name="Divya Gavane" userId="69efed83bf2d1a70" providerId="LiveId" clId="{F6D2C2B3-D0C8-462F-8B64-61B3C2832330}" dt="2025-11-13T03:22:00.682" v="1243" actId="113"/>
          <ac:spMkLst>
            <pc:docMk/>
            <pc:sldMk cId="2366305246" sldId="412"/>
            <ac:spMk id="3" creationId="{5040C1AB-F6B1-23B6-8F52-8356B6DD74DB}"/>
          </ac:spMkLst>
        </pc:spChg>
        <pc:picChg chg="add del mod">
          <ac:chgData name="Divya Gavane" userId="69efed83bf2d1a70" providerId="LiveId" clId="{F6D2C2B3-D0C8-462F-8B64-61B3C2832330}" dt="2025-11-13T08:56:05.941" v="1836" actId="21"/>
          <ac:picMkLst>
            <pc:docMk/>
            <pc:sldMk cId="2366305246" sldId="412"/>
            <ac:picMk id="15" creationId="{C997F7ED-92D2-3402-F25C-CE7C554FB67A}"/>
          </ac:picMkLst>
        </pc:picChg>
      </pc:sldChg>
      <pc:sldChg chg="addSp delSp modSp new mod">
        <pc:chgData name="Divya Gavane" userId="69efed83bf2d1a70" providerId="LiveId" clId="{F6D2C2B3-D0C8-462F-8B64-61B3C2832330}" dt="2025-11-13T03:01:08.071" v="1162" actId="14100"/>
        <pc:sldMkLst>
          <pc:docMk/>
          <pc:sldMk cId="2983722762" sldId="413"/>
        </pc:sldMkLst>
        <pc:spChg chg="add mod">
          <ac:chgData name="Divya Gavane" userId="69efed83bf2d1a70" providerId="LiveId" clId="{F6D2C2B3-D0C8-462F-8B64-61B3C2832330}" dt="2025-11-13T03:00:03.459" v="1160" actId="1076"/>
          <ac:spMkLst>
            <pc:docMk/>
            <pc:sldMk cId="2983722762" sldId="413"/>
            <ac:spMk id="2" creationId="{3839A6FD-DD82-594E-D7F4-2D76B8758A4E}"/>
          </ac:spMkLst>
        </pc:spChg>
        <pc:picChg chg="add del mod">
          <ac:chgData name="Divya Gavane" userId="69efed83bf2d1a70" providerId="LiveId" clId="{F6D2C2B3-D0C8-462F-8B64-61B3C2832330}" dt="2025-11-13T02:55:57.392" v="1109" actId="21"/>
          <ac:picMkLst>
            <pc:docMk/>
            <pc:sldMk cId="2983722762" sldId="413"/>
            <ac:picMk id="1026" creationId="{9BFA5C22-6E5D-0705-3FB8-BD7517AC4FD0}"/>
          </ac:picMkLst>
        </pc:picChg>
        <pc:picChg chg="add mod">
          <ac:chgData name="Divya Gavane" userId="69efed83bf2d1a70" providerId="LiveId" clId="{F6D2C2B3-D0C8-462F-8B64-61B3C2832330}" dt="2025-11-13T03:01:08.071" v="1162" actId="14100"/>
          <ac:picMkLst>
            <pc:docMk/>
            <pc:sldMk cId="2983722762" sldId="413"/>
            <ac:picMk id="1028" creationId="{719F6E51-62F3-5C99-23E7-FF54133643E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AC37006-DF68-1FF1-7784-676882D80F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t" anchorCtr="0" compatLnSpc="1">
            <a:prstTxWarp prst="textNoShape">
              <a:avLst/>
            </a:prstTxWarp>
          </a:bodyPr>
          <a:lstStyle>
            <a:lvl1pPr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58ECED98-BD5D-76B2-86B2-AB2F3FC0788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9525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t" anchorCtr="0" compatLnSpc="1">
            <a:prstTxWarp prst="textNoShape">
              <a:avLst/>
            </a:prstTxWarp>
          </a:bodyPr>
          <a:lstStyle>
            <a:lvl1pPr algn="r"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760148E1-DA91-06B1-6F35-E9EA7389E6A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b" anchorCtr="0" compatLnSpc="1">
            <a:prstTxWarp prst="textNoShape">
              <a:avLst/>
            </a:prstTxWarp>
          </a:bodyPr>
          <a:lstStyle>
            <a:lvl1pPr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EA128D04-D210-F831-FB8D-9D93346C7B8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9525" y="937895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b" anchorCtr="0" compatLnSpc="1">
            <a:prstTxWarp prst="textNoShape">
              <a:avLst/>
            </a:prstTxWarp>
          </a:bodyPr>
          <a:lstStyle>
            <a:lvl1pPr algn="r" defTabSz="904875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1ABFBEB-6F09-460F-91ED-9D99C2D424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6E5A396-3E98-284E-37BC-F6A19C8017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t" anchorCtr="0" compatLnSpc="1">
            <a:prstTxWarp prst="textNoShape">
              <a:avLst/>
            </a:prstTxWarp>
          </a:bodyPr>
          <a:lstStyle>
            <a:lvl1pPr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1F2B8CE-3CEA-3766-3418-B2DAA1055E5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9525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t" anchorCtr="0" compatLnSpc="1">
            <a:prstTxWarp prst="textNoShape">
              <a:avLst/>
            </a:prstTxWarp>
          </a:bodyPr>
          <a:lstStyle>
            <a:lvl1pPr algn="r"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6352D4A2-2E05-0773-D305-3902F621785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75" y="739775"/>
            <a:ext cx="4935538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35D7517A-22FE-512A-FBBE-B7989BF369D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9475"/>
            <a:ext cx="4945063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EFA67B18-F8C8-7880-4DD8-68D71E9443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b" anchorCtr="0" compatLnSpc="1">
            <a:prstTxWarp prst="textNoShape">
              <a:avLst/>
            </a:prstTxWarp>
          </a:bodyPr>
          <a:lstStyle>
            <a:lvl1pPr defTabSz="904875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29E98D7E-A733-360A-1F90-4EA480FC16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9525" y="937895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52" tIns="45227" rIns="90452" bIns="45227" numCol="1" anchor="b" anchorCtr="0" compatLnSpc="1">
            <a:prstTxWarp prst="textNoShape">
              <a:avLst/>
            </a:prstTxWarp>
          </a:bodyPr>
          <a:lstStyle>
            <a:lvl1pPr algn="r" defTabSz="904875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9C6535-24E4-4857-A8EF-FE7AC8EDD1C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9C6535-24E4-4857-A8EF-FE7AC8EDD1C1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623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9C6535-24E4-4857-A8EF-FE7AC8EDD1C1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723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9C6535-24E4-4857-A8EF-FE7AC8EDD1C1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7665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58E79C10-BCF1-BD41-1EA1-4062B25BAB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2F26A768-4011-A892-5A99-C3749B248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1B916D2A-80DD-079F-D2AD-800368BC8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7403AB35-2596-4BEB-ABA5-084AA1DBDCF5}" type="slidenum">
              <a:rPr lang="en-US" altLang="en-US" sz="1200" smtClean="0">
                <a:latin typeface="Arial" panose="020B0604020202020204" pitchFamily="34" charset="0"/>
              </a:rPr>
              <a:pPr/>
              <a:t>11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494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05095920-E3EF-96D5-20D9-AB9F9282A5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F8A2B6FC-5445-EEFB-EC20-2865BE48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DD7B8020-CA60-700E-F5B1-D1E879BB5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2DF90D2-6140-41F4-9C97-F106DB1D0F88}" type="slidenum">
              <a:rPr lang="en-US" altLang="en-US" sz="1200" smtClean="0">
                <a:latin typeface="Arial" panose="020B0604020202020204" pitchFamily="34" charset="0"/>
              </a:rPr>
              <a:pPr/>
              <a:t>12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771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055FC907-5FAF-ACED-F167-29273D8CCC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F5676495-D08A-F261-B8F3-050321D1B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4FE8435A-4C60-BD21-F18F-906F5B333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A01F518-4427-45CF-8025-6C4991129FD1}" type="slidenum">
              <a:rPr lang="en-US" altLang="en-US" sz="1200" smtClean="0">
                <a:latin typeface="Arial" panose="020B0604020202020204" pitchFamily="34" charset="0"/>
              </a:rPr>
              <a:pPr/>
              <a:t>13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916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403C-4C5F-A5AE-77D0-9BFBE10E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2C0C85FA-4006-7869-675B-9093060BF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4B2A7009-1C6B-B4B1-A013-4898B7D69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46DDD54B-60BB-1406-3DD6-1FC9B8297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A01F518-4427-45CF-8025-6C4991129FD1}" type="slidenum">
              <a:rPr lang="en-US" altLang="en-US" sz="1200" smtClean="0">
                <a:latin typeface="Arial" panose="020B0604020202020204" pitchFamily="34" charset="0"/>
              </a:rPr>
              <a:pPr/>
              <a:t>14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984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48824EFA-C0A7-5DD1-7458-1B53265ECA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30AAAFBB-96C4-B499-59F8-52636153D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6FE8A258-1663-EC49-38E5-68DBF7C33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07C337A7-86DA-41EE-B355-23C5C75B3233}" type="slidenum">
              <a:rPr lang="en-US" altLang="en-US" sz="1200" smtClean="0">
                <a:latin typeface="Arial" panose="020B0604020202020204" pitchFamily="34" charset="0"/>
              </a:rPr>
              <a:pPr/>
              <a:t>15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56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FBEDB31C-A1D5-0C41-DE4A-9CC265D1A8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8293A1EF-6674-A22C-1E87-D9C9C3C2C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072C7DEA-6A39-6964-8D1E-67AF822F5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96B180BA-6131-4D8B-97D9-EACB4EA91489}" type="slidenum">
              <a:rPr lang="en-US" altLang="en-US" sz="1200" smtClean="0">
                <a:latin typeface="Arial" panose="020B0604020202020204" pitchFamily="34" charset="0"/>
              </a:rPr>
              <a:pPr/>
              <a:t>16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54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CCC48983-454A-BF7F-510E-D387E60C8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70FF3378-A181-9B21-FF0C-AE5E014D5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688CE4B-7B84-4A0E-8A7A-DD5FA2F8B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5389DEC7-5BDB-4ED1-B37A-5A4B126B81E3}" type="slidenum">
              <a:rPr lang="en-US" altLang="en-US" sz="1200" smtClean="0">
                <a:latin typeface="Arial" panose="020B0604020202020204" pitchFamily="34" charset="0"/>
              </a:rPr>
              <a:pPr/>
              <a:t>17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7839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D84370BD-99F0-E6A7-4ECF-CCC95FAC1D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59E2FF37-316A-C911-3735-EBAFE9C64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DFB3FC4E-EA2F-0CC1-6D0F-D556F65F5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0D725FDF-D152-43CA-B620-140869C4F4A7}" type="slidenum">
              <a:rPr lang="en-US" altLang="en-US" sz="1200" smtClean="0">
                <a:latin typeface="Arial" panose="020B0604020202020204" pitchFamily="34" charset="0"/>
              </a:rPr>
              <a:pPr/>
              <a:t>20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297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B8253CF7-CC73-F343-59FE-DCF34D75E5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5103F383-CDE4-5F4A-4324-3A667427A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42292738-B480-446D-3738-29F231946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97D494BB-700F-441E-973B-08E74A095881}" type="slidenum">
              <a:rPr lang="en-US" altLang="en-US" sz="1200" smtClean="0">
                <a:latin typeface="Arial" panose="020B0604020202020204" pitchFamily="34" charset="0"/>
              </a:rPr>
              <a:pPr/>
              <a:t>21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105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A4054DFD-216B-A97B-EDD0-8F10990BC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8C162EF9-A66E-B40C-84F2-DC0BCFE00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468D51D6-64DB-CE6C-D459-10B301BB6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0E7E2449-3AF0-4A09-BF3B-13A602BB0659}" type="slidenum">
              <a:rPr lang="en-US" altLang="en-US" sz="1200" smtClean="0">
                <a:latin typeface="Arial" panose="020B0604020202020204" pitchFamily="34" charset="0"/>
              </a:rPr>
              <a:pPr/>
              <a:t>22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599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1A71EFF3-4CDF-9BD3-7951-E22D13EBCD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C7054342-A2A8-585D-CE05-9B9A918B8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8E956358-7042-4257-B96B-3E0DEB8DA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08D7F33B-8B52-4631-BDB7-4DA40C3D5FFA}" type="slidenum">
              <a:rPr lang="en-US" altLang="en-US" sz="1200" smtClean="0">
                <a:latin typeface="Arial" panose="020B0604020202020204" pitchFamily="34" charset="0"/>
              </a:rPr>
              <a:pPr/>
              <a:t>23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8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E04FCA11-2700-7E59-16AB-F5B4C0E0E9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21BE9550-B1CB-9D6F-2329-07A5A101C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D6CB04B1-22CB-4945-E552-89283A81D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3AC9E79C-71EB-4626-98C6-90BCC59E2080}" type="slidenum">
              <a:rPr lang="en-US" altLang="en-US" sz="1200" smtClean="0">
                <a:latin typeface="Arial" panose="020B0604020202020204" pitchFamily="34" charset="0"/>
              </a:rPr>
              <a:pPr/>
              <a:t>24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696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D06DCDA9-27F9-9763-3252-AF69B8D165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6926A71B-BD2B-D4CD-E62D-C43C59524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AB81FD71-8F7E-5515-5560-B5FBEE840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172B8F2A-0AB1-435E-8B30-F7F7A723D714}" type="slidenum">
              <a:rPr lang="en-US" altLang="en-US" sz="1200" smtClean="0">
                <a:latin typeface="Arial" panose="020B0604020202020204" pitchFamily="34" charset="0"/>
              </a:rPr>
              <a:pPr/>
              <a:t>25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353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7C139F58-6832-8BFA-DEC4-59F3E6813A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4C84F066-24DD-FDF8-392E-392FFB04E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3CA42D26-7BE1-9AC0-5CF9-3A108256D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04875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048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251228F-1BB0-42EC-8F94-969FA88CD00C}" type="slidenum">
              <a:rPr lang="en-US" altLang="en-US" sz="1200" smtClean="0">
                <a:latin typeface="Arial" panose="020B0604020202020204" pitchFamily="34" charset="0"/>
              </a:rPr>
              <a:pPr/>
              <a:t>26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931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670" y="3393697"/>
            <a:ext cx="7772400" cy="1470025"/>
          </a:xfrm>
          <a:prstGeom prst="rect">
            <a:avLst/>
          </a:prstGeom>
        </p:spPr>
        <p:txBody>
          <a:bodyPr/>
          <a:lstStyle>
            <a:lvl1pPr algn="l">
              <a:defRPr b="0" i="0" cap="all" baseline="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9066" y="5000053"/>
            <a:ext cx="6400800" cy="10582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18C954F-59C7-2111-9218-493FDAB50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AD1A2F17-EFE0-4362-9D24-C14A9E470E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846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160" y="228771"/>
            <a:ext cx="6426492" cy="1179422"/>
          </a:xfrm>
          <a:prstGeom prst="rect">
            <a:avLst/>
          </a:prstGeom>
        </p:spPr>
        <p:txBody>
          <a:bodyPr/>
          <a:lstStyle>
            <a:lvl1pPr algn="l">
              <a:defRPr sz="4000" b="0" i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160" y="1756375"/>
            <a:ext cx="8229600" cy="4023394"/>
          </a:xfrm>
          <a:prstGeom prst="rect">
            <a:avLst/>
          </a:prstGeom>
        </p:spPr>
        <p:txBody>
          <a:bodyPr/>
          <a:lstStyle>
            <a:lvl1pPr algn="l">
              <a:defRPr sz="2800" b="0" i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9AB4426-0530-3540-4FDA-1C42A3688C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2B7085EC-0053-4266-88DD-0AC4652E40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9100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969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969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93F27F-483A-7902-42D8-07E99D6972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7EC17248-C0F3-4FED-8D8A-24BB21991C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957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253" y="236662"/>
            <a:ext cx="6149099" cy="1283584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957A-724F-E124-B4A2-DA2AFAFF5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65729D2C-F721-481F-816F-0B528929F3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750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528" y="188646"/>
            <a:ext cx="6927377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5338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5099"/>
            <a:ext cx="4040188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5338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05099"/>
            <a:ext cx="4041775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4CCB696-ADE2-56DB-5A27-9C2D7548AF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160C0CB6-4090-44BB-B68D-864E203C1D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3689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414" y="220879"/>
            <a:ext cx="6720751" cy="1121601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0DE7883-7A15-1066-CD96-37EABE5E3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77801227-9B26-4006-803C-8D7BF75FD7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854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6FD068-B751-5165-E1C3-3AD3FC872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7766611D-F785-4BEB-A41E-03B33EC9EF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9398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46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 cap="all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52418"/>
            <a:ext cx="5111750" cy="517374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800"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 sz="2400"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6045"/>
            <a:ext cx="3008313" cy="42801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0C38C-8A4D-F18B-FFFB-653A4958CA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BFE96800-F2D5-432C-88A2-E5FEAE5F17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553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F0921-764C-E672-C54C-69021F4CC0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7C86C751-B369-4993-AA35-C8D52E7C17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145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3649"/>
            <a:ext cx="7052041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7B58A2-35DC-6AE3-7754-D0DBF26F15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210A2330-C88E-411A-80D6-B827247AA7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96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096" y="1246375"/>
            <a:ext cx="2057400" cy="4879788"/>
          </a:xfrm>
          <a:prstGeom prst="rect">
            <a:avLst/>
          </a:prstGeom>
        </p:spPr>
        <p:txBody>
          <a:bodyPr vert="eaVert"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857"/>
            <a:ext cx="6019800" cy="490330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5561F10-C0EE-22B8-4BC2-937EF956A0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2BDC23A6-D1B5-4590-A170-98A4AF81EF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531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61670" y="3393697"/>
            <a:ext cx="7772400" cy="1470025"/>
          </a:xfrm>
          <a:prstGeom prst="rect">
            <a:avLst/>
          </a:prstGeom>
        </p:spPr>
        <p:txBody>
          <a:bodyPr/>
          <a:lstStyle>
            <a:lvl1pPr algn="l">
              <a:defRPr b="0" i="0" cap="all" baseline="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509066" y="5000053"/>
            <a:ext cx="6400800" cy="10582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1F0873A-5239-7BC5-62C6-2781586E04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66A02F2-7CB1-448C-9795-B2C8009524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6196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91160" y="307641"/>
            <a:ext cx="6726231" cy="1116315"/>
          </a:xfrm>
          <a:prstGeom prst="rect">
            <a:avLst/>
          </a:prstGeom>
        </p:spPr>
        <p:txBody>
          <a:bodyPr/>
          <a:lstStyle>
            <a:lvl1pPr algn="l">
              <a:defRPr sz="4000" b="0" i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91160" y="2000916"/>
            <a:ext cx="8229600" cy="4023394"/>
          </a:xfrm>
          <a:prstGeom prst="rect">
            <a:avLst/>
          </a:prstGeom>
        </p:spPr>
        <p:txBody>
          <a:bodyPr/>
          <a:lstStyle>
            <a:lvl1pPr algn="l">
              <a:defRPr sz="2800" b="0" i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F12D482-B6AE-D0E5-7402-9E09D368D7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E47483FA-0560-4A01-95E8-3DE4D9E66C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4452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4969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504969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B3C7C16-A2AD-F46F-B230-093F2B2EE3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2104CCB8-58BF-49C0-A502-CB9D6F0FC3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9136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92477" y="274638"/>
            <a:ext cx="7056725" cy="1324484"/>
          </a:xfrm>
          <a:prstGeom prst="rect">
            <a:avLst/>
          </a:prstGeom>
        </p:spPr>
        <p:txBody>
          <a:bodyPr/>
          <a:lstStyle>
            <a:lvl1pPr algn="l">
              <a:defRPr sz="36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18E14BB-7150-B141-C274-4DFB8EDE49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BB6BB74D-A98D-4742-A31F-ABD6073358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1143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88752" y="306943"/>
            <a:ext cx="6927377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5338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5099"/>
            <a:ext cx="4040188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5338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05099"/>
            <a:ext cx="4041775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2191001-928B-4BAF-D75F-74D5E7C4AF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A93B70D3-C701-47A5-89E9-9A28F17B6F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7656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4528" y="299757"/>
            <a:ext cx="6736527" cy="1161043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2E9707-1142-45CA-33BD-364B59252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48FAFED4-D8BA-4022-A37B-F9AB57BC75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704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0A86A4-6292-3375-8844-41FE635328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550025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564FF924-422B-4C9C-84EA-33D90EE439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373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49646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575050" y="952418"/>
            <a:ext cx="5111750" cy="517374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800"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 sz="2400"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6045"/>
            <a:ext cx="3008313" cy="42801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74A1F43-E913-9FA8-8EAA-37C91A83C3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1613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199D33CB-A6BD-4B2B-B866-E46A8776EE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432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58F481F-1362-43C4-03A7-2F4B0C4BE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1613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D64987B-BF7F-4CE9-AAF6-6756012874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5046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897825"/>
            <a:ext cx="8229600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F0F1FDC-1546-A6A8-E8EC-9687EC0C06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1613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BD48406F-D7E7-42AC-9F9A-C813FFA399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3666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897825"/>
            <a:ext cx="8229600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0CBC01-EF26-D5AC-D5BE-E49D281384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1613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CFFD0C4D-01C3-482C-9064-9266ABFA8F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7733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itle 1"/>
          <p:cNvSpPr>
            <a:spLocks noGrp="1"/>
          </p:cNvSpPr>
          <p:nvPr>
            <p:ph type="title" orient="vert"/>
          </p:nvPr>
        </p:nvSpPr>
        <p:spPr>
          <a:xfrm>
            <a:off x="6888096" y="1246375"/>
            <a:ext cx="2057400" cy="4879788"/>
          </a:xfrm>
          <a:prstGeom prst="rect">
            <a:avLst/>
          </a:prstGeom>
        </p:spPr>
        <p:txBody>
          <a:bodyPr vert="eaVert"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857"/>
            <a:ext cx="6019800" cy="490330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1FA9E55-071B-CAFD-8C79-3875845DF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551613"/>
            <a:ext cx="21336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79539894-A2AD-4EFE-9D38-4084895EBB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491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61670" y="3393697"/>
            <a:ext cx="7772400" cy="1470025"/>
          </a:xfrm>
          <a:prstGeom prst="rect">
            <a:avLst/>
          </a:prstGeom>
        </p:spPr>
        <p:txBody>
          <a:bodyPr/>
          <a:lstStyle>
            <a:lvl1pPr algn="l">
              <a:defRPr b="0" i="0" cap="all" baseline="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509066" y="5000053"/>
            <a:ext cx="6400800" cy="10582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FE7611D-CB50-93B0-7651-BC882F187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463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E946D77D-F691-42AC-BCDC-E2A4453A51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49647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91160" y="217857"/>
            <a:ext cx="6410716" cy="1143000"/>
          </a:xfrm>
          <a:prstGeom prst="rect">
            <a:avLst/>
          </a:prstGeom>
        </p:spPr>
        <p:txBody>
          <a:bodyPr/>
          <a:lstStyle>
            <a:lvl1pPr algn="l">
              <a:defRPr sz="4000" b="0" i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91160" y="2000916"/>
            <a:ext cx="8229600" cy="4023394"/>
          </a:xfrm>
          <a:prstGeom prst="rect">
            <a:avLst/>
          </a:prstGeom>
        </p:spPr>
        <p:txBody>
          <a:bodyPr/>
          <a:lstStyle>
            <a:lvl1pPr algn="l">
              <a:defRPr sz="2800" b="0" i="0"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13EE2BE-A20E-477A-F62B-3F92EF552E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3DF71CA3-A4B3-49FA-B684-5C59227470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2242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4969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504969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1E5F34B-42FF-0CFA-4F46-49AC1B78B7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622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EBCF42D0-AC9C-4B30-A165-C8DE68C50F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82568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92477" y="219422"/>
            <a:ext cx="7056725" cy="1324484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F841796-D720-024C-023D-1FF086047F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A21087E9-4A12-41C9-85D7-90BB95EA61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00276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96640" y="212282"/>
            <a:ext cx="6927377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5338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5099"/>
            <a:ext cx="4040188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5338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05099"/>
            <a:ext cx="4041775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85E84D8-BA3F-9331-3349-8E256A8052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622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27C23526-DBAB-44B8-9578-CB1802F201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91358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4528" y="212985"/>
            <a:ext cx="6839069" cy="1137377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837255A-E37D-10C5-726B-49FFC2A57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395D4C19-E3C4-44E5-A0DD-3F2B4D313B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74817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A4E66D6-2891-EE9F-49F5-2F4C0DD4E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6DEDF20B-F7FF-4061-824D-57BEBDC0E2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97863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49646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575050" y="952418"/>
            <a:ext cx="5111750" cy="517374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 sz="2800"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 sz="2400"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6045"/>
            <a:ext cx="3008313" cy="42801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CC732C7-7E5D-17C0-D181-3A5EF4B81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50D00FB-176B-4D34-B77E-E7142D11FD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59320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C2DD730-4DD3-73BE-892A-73A51984DF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F879B359-D5E6-416E-8941-A6D271988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9975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03645"/>
            <a:ext cx="6815406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860C56-895F-4213-3A8D-9911851C9E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3F8606F6-2893-4BAE-B0A6-35B335CFC9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702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itle 1"/>
          <p:cNvSpPr>
            <a:spLocks noGrp="1"/>
          </p:cNvSpPr>
          <p:nvPr>
            <p:ph type="title" orient="vert"/>
          </p:nvPr>
        </p:nvSpPr>
        <p:spPr>
          <a:xfrm>
            <a:off x="6888096" y="1246375"/>
            <a:ext cx="2057400" cy="4879788"/>
          </a:xfrm>
          <a:prstGeom prst="rect">
            <a:avLst/>
          </a:prstGeom>
        </p:spPr>
        <p:txBody>
          <a:bodyPr vert="eaVert"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857"/>
            <a:ext cx="6019800" cy="490330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0784CB0-0160-FF8E-412B-EB7FF7812B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2022D81-121A-472E-80BE-670F9F0C71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1978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461670" y="3393697"/>
            <a:ext cx="7772400" cy="1470025"/>
          </a:xfrm>
          <a:prstGeom prst="rect">
            <a:avLst/>
          </a:prstGeom>
        </p:spPr>
        <p:txBody>
          <a:bodyPr/>
          <a:lstStyle>
            <a:lvl1pPr algn="l">
              <a:defRPr b="0" i="0" cap="all" baseline="0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509066" y="5000053"/>
            <a:ext cx="6400800" cy="10582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79D639C-EB42-8BF1-AC07-612D6AF09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80ABC103-A80A-4DF3-89A8-899FAA513F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408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91160" y="228768"/>
            <a:ext cx="6623688" cy="1139981"/>
          </a:xfrm>
          <a:prstGeom prst="rect">
            <a:avLst/>
          </a:prstGeom>
        </p:spPr>
        <p:txBody>
          <a:bodyPr/>
          <a:lstStyle>
            <a:lvl1pPr algn="l">
              <a:defRPr sz="4000" b="0" i="0" cap="all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91160" y="2000916"/>
            <a:ext cx="8229600" cy="4023394"/>
          </a:xfrm>
          <a:prstGeom prst="rect">
            <a:avLst/>
          </a:prstGeom>
        </p:spPr>
        <p:txBody>
          <a:bodyPr/>
          <a:lstStyle>
            <a:lvl1pPr algn="l">
              <a:defRPr sz="2800" b="0" i="0" cap="none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  <a:lvl2pPr algn="l">
              <a:defRPr b="0" i="0">
                <a:solidFill>
                  <a:srgbClr val="404040"/>
                </a:solidFill>
                <a:latin typeface="Frutiger LT 55 Roman"/>
                <a:cs typeface="Frutiger LT 55 Roman"/>
              </a:defRPr>
            </a:lvl2pPr>
            <a:lvl3pPr algn="l">
              <a:defRPr b="0" i="0">
                <a:solidFill>
                  <a:srgbClr val="404040"/>
                </a:solidFill>
                <a:latin typeface="Frutiger LT 55 Roman"/>
                <a:cs typeface="Frutiger LT 55 Roman"/>
              </a:defRPr>
            </a:lvl3pPr>
            <a:lvl4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859D783-D20B-7080-083D-68BBD31B6E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D763EB3C-FA59-460E-909F-A3A4468D08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3427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4969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504969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57C475-4F2D-41E5-0A40-1E4DA104EE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276B9510-DF51-480E-A8F1-3C92986081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1693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92477" y="274638"/>
            <a:ext cx="7056725" cy="1324484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FBABE99-58CA-DC61-55A7-DD5F29844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65AC8144-330B-4430-8523-8C3CF713DF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56215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780246"/>
            <a:ext cx="6927377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5338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5099"/>
            <a:ext cx="4040188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5338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05099"/>
            <a:ext cx="4041775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0EEDCAC-8CBA-2A48-C89F-BF473B1360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CA670110-E9BC-4729-B1B4-FD4BB12A7F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6304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88752" y="276094"/>
            <a:ext cx="6578770" cy="1129489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AE762DE-0790-624E-9099-316DEEB66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67F50E29-3DC1-44BB-9580-4B69D5ABF3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9692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C685134-93DB-0224-2853-5D65890E8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30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5A1E41B1-4034-4E2F-BEB5-6B4E9D2F93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3515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49646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575050" y="952418"/>
            <a:ext cx="5111750" cy="517374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  <a:lvl2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2pPr>
            <a:lvl3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6045"/>
            <a:ext cx="3008313" cy="42801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89AE6CC-FD9F-9D5E-D284-7015ECE22F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422FD422-229D-4887-A01D-DA21BD87B8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38547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40404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4BC650B-1BB0-5B41-0A6B-A4F165325B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46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1B117145-AE27-4582-9BEA-2D4D8B4FAD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6613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35207"/>
            <a:ext cx="6799630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F893F1-E6DE-DFD1-E69A-C9EBBD2038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1F794D0B-68AB-4526-8FA0-B744A69812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9347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itle 1"/>
          <p:cNvSpPr>
            <a:spLocks noGrp="1"/>
          </p:cNvSpPr>
          <p:nvPr>
            <p:ph type="title" orient="vert"/>
          </p:nvPr>
        </p:nvSpPr>
        <p:spPr>
          <a:xfrm>
            <a:off x="6888096" y="1246375"/>
            <a:ext cx="2057400" cy="4879788"/>
          </a:xfrm>
          <a:prstGeom prst="rect">
            <a:avLst/>
          </a:prstGeom>
        </p:spPr>
        <p:txBody>
          <a:bodyPr vert="eaVert"/>
          <a:lstStyle>
            <a:lvl1pPr algn="l">
              <a:defRPr sz="4000" cap="all">
                <a:solidFill>
                  <a:schemeClr val="tx1">
                    <a:lumMod val="75000"/>
                    <a:lumOff val="25000"/>
                  </a:schemeClr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857"/>
            <a:ext cx="6019800" cy="490330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023E7C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rgbClr val="023E7C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2E942F8-AD43-9A03-5245-EE44AB30FF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30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438132F8-FFEB-4C0E-9B56-82AA8F82BD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93303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670" y="3393697"/>
            <a:ext cx="7772400" cy="1470025"/>
          </a:xfrm>
          <a:prstGeom prst="rect">
            <a:avLst/>
          </a:prstGeom>
        </p:spPr>
        <p:txBody>
          <a:bodyPr/>
          <a:lstStyle>
            <a:lvl1pPr algn="l">
              <a:defRPr b="0" i="0" cap="all" baseline="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9066" y="5000053"/>
            <a:ext cx="6400800" cy="10582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 i="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593E807-DFD6-9EC3-9AC1-DE761C571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38AC5A50-429B-4301-9AA1-D0E05421E1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5484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160" y="228771"/>
            <a:ext cx="6426492" cy="1179422"/>
          </a:xfrm>
          <a:prstGeom prst="rect">
            <a:avLst/>
          </a:prstGeom>
        </p:spPr>
        <p:txBody>
          <a:bodyPr/>
          <a:lstStyle>
            <a:lvl1pPr algn="l">
              <a:defRPr sz="4000" b="0" i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160" y="1756375"/>
            <a:ext cx="8229600" cy="4023394"/>
          </a:xfrm>
          <a:prstGeom prst="rect">
            <a:avLst/>
          </a:prstGeom>
        </p:spPr>
        <p:txBody>
          <a:bodyPr/>
          <a:lstStyle>
            <a:lvl1pPr algn="l">
              <a:defRPr sz="2800" b="0" i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 algn="l">
              <a:defRPr b="0" i="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DF92D7-D0F8-D829-C148-5094D8E173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E882DACD-1501-4140-A7A2-D94A4E8833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00988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969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969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9121D3-0293-A4BB-D234-ACF0F8D439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54E201D0-055C-4852-8683-3C7B50CCDE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229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253" y="236662"/>
            <a:ext cx="6149099" cy="1283584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74875"/>
            <a:ext cx="4038600" cy="3951288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779AA-8375-714C-537B-988C94C7DC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50772E87-850B-41B2-B920-68B19E2BDE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15498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528" y="188646"/>
            <a:ext cx="6927377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5338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5099"/>
            <a:ext cx="4040188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2065338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0"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705099"/>
            <a:ext cx="4041775" cy="34210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>
              <a:defRPr sz="2000"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 sz="1800"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 sz="1600"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381C8C1-FB1E-5B95-660E-A6F3AD02CF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DA8B25F2-8364-43D3-8C8C-87326A31D0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66835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414" y="220879"/>
            <a:ext cx="6720751" cy="1121601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B1DB06-8480-0BAB-C783-7205077E1B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B2FCA30-F36A-4B76-B052-AAB6A778D5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5057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F6C41FD-28F6-2F84-DC69-834A232D62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098F8C75-E995-4CC8-910F-906085E3D9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85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46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 cap="all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52418"/>
            <a:ext cx="5111750" cy="517374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 sz="2800"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 sz="2400"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 sz="2000"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46045"/>
            <a:ext cx="3008313" cy="42801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56103-201F-F0E2-814D-77A71C971F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C7C702B4-8014-4213-8CB5-C481995828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0362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43250-ECC3-9682-1CF9-D38D47933D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3C5EE7A9-C394-4C5C-8F04-6B9171D831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07974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3649"/>
            <a:ext cx="7052041" cy="1143000"/>
          </a:xfrm>
          <a:prstGeom prst="rect">
            <a:avLst/>
          </a:prstGeom>
        </p:spPr>
        <p:txBody>
          <a:bodyPr/>
          <a:lstStyle>
            <a:lvl1pPr algn="l">
              <a:defRPr sz="4000" cap="all">
                <a:solidFill>
                  <a:srgbClr val="FFFFFF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63628"/>
            <a:ext cx="8229600" cy="4162535"/>
          </a:xfrm>
          <a:prstGeom prst="rect">
            <a:avLst/>
          </a:prstGeom>
        </p:spPr>
        <p:txBody>
          <a:bodyPr vert="eaVert"/>
          <a:lstStyle>
            <a:lvl1pPr>
              <a:defRPr cap="none"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rgbClr val="FFFFFF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BCA207-E03F-3145-E0E4-F10EE58C39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C2C780CE-757B-4A2D-A050-40BC94C7E6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9928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096" y="1246375"/>
            <a:ext cx="2057400" cy="4879788"/>
          </a:xfrm>
          <a:prstGeom prst="rect">
            <a:avLst/>
          </a:prstGeom>
        </p:spPr>
        <p:txBody>
          <a:bodyPr vert="eaVert"/>
          <a:lstStyle>
            <a:lvl1pPr algn="l">
              <a:defRPr sz="40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857"/>
            <a:ext cx="6019800" cy="490330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rgbClr val="F17D00"/>
                </a:solidFill>
                <a:latin typeface="Frutiger LT 55 Roman"/>
                <a:cs typeface="Frutiger LT 55 Roman"/>
              </a:defRPr>
            </a:lvl1pPr>
            <a:lvl2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2pPr>
            <a:lvl3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3pPr>
            <a:lvl4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4pPr>
            <a:lvl5pPr>
              <a:defRPr>
                <a:solidFill>
                  <a:schemeClr val="bg1"/>
                </a:solidFill>
                <a:latin typeface="Frutiger LT 55 Roman"/>
                <a:cs typeface="Frutiger LT 55 Roman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498173" y="6139765"/>
            <a:ext cx="7772400" cy="392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00" cap="all">
                <a:solidFill>
                  <a:schemeClr val="bg1"/>
                </a:solidFill>
                <a:latin typeface="Frutiger LT 55 Roman"/>
                <a:cs typeface="Frutiger LT 55 Roman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76DF9E-A168-E961-F2D7-69D8E617B4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42113" y="662940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chemeClr val="bg1"/>
                </a:solidFill>
                <a:latin typeface="Frutiger LT 55 Roman" pitchFamily="34" charset="0"/>
              </a:defRPr>
            </a:lvl1pPr>
          </a:lstStyle>
          <a:p>
            <a:fld id="{D0A1BBD3-5114-4BBB-8ED8-9F7D3637AF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041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 descr="bg-blue-1.jpg">
            <a:extLst>
              <a:ext uri="{FF2B5EF4-FFF2-40B4-BE49-F238E27FC236}">
                <a16:creationId xmlns:a16="http://schemas.microsoft.com/office/drawing/2014/main" id="{3632DB0A-64DD-524E-2BC1-2596B89C575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-6350"/>
            <a:ext cx="9194800" cy="690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4" descr="white-logo.png">
            <a:extLst>
              <a:ext uri="{FF2B5EF4-FFF2-40B4-BE49-F238E27FC236}">
                <a16:creationId xmlns:a16="http://schemas.microsoft.com/office/drawing/2014/main" id="{B2DC859A-E7AA-A382-DA88-DDA877204DE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350" y="349250"/>
            <a:ext cx="1203325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5" descr="orange-stripe.gif">
            <a:extLst>
              <a:ext uri="{FF2B5EF4-FFF2-40B4-BE49-F238E27FC236}">
                <a16:creationId xmlns:a16="http://schemas.microsoft.com/office/drawing/2014/main" id="{5962409E-624B-8E92-37BC-9A0E57AD04D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r="6001" b="-5"/>
          <a:stretch>
            <a:fillRect/>
          </a:stretch>
        </p:blipFill>
        <p:spPr bwMode="auto">
          <a:xfrm>
            <a:off x="598488" y="6072188"/>
            <a:ext cx="8594725" cy="8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20">
            <a:extLst>
              <a:ext uri="{FF2B5EF4-FFF2-40B4-BE49-F238E27FC236}">
                <a16:creationId xmlns:a16="http://schemas.microsoft.com/office/drawing/2014/main" id="{6939D1E1-D4DA-79A5-5C16-4FE0F927F2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4513" y="6627813"/>
            <a:ext cx="32019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370" r:id="rId1"/>
    <p:sldLayoutId id="2147488371" r:id="rId2"/>
    <p:sldLayoutId id="2147488372" r:id="rId3"/>
    <p:sldLayoutId id="2147488373" r:id="rId4"/>
    <p:sldLayoutId id="2147488374" r:id="rId5"/>
    <p:sldLayoutId id="2147488375" r:id="rId6"/>
    <p:sldLayoutId id="2147488376" r:id="rId7"/>
    <p:sldLayoutId id="2147488377" r:id="rId8"/>
    <p:sldLayoutId id="2147488378" r:id="rId9"/>
    <p:sldLayoutId id="2147488379" r:id="rId10"/>
    <p:sldLayoutId id="2147488380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27F2266B-D351-12E4-EF20-6EC7399BE1F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7902F6A8-95FD-F085-34D0-13AB19D1C1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7DCEB-686C-54E9-2855-01B75FFC2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0814-6B98-72F5-2EB1-682EE4637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Century Gothic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ABOUT NUS,NUSIT &amp; ITCARE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770ED-F5B0-A9CD-A884-BE8CCDFE9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fld id="{A546D6B9-10D8-474F-9047-B77717CD375B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2055" name="Picture 6" descr="bg-grey-1.jpg">
            <a:extLst>
              <a:ext uri="{FF2B5EF4-FFF2-40B4-BE49-F238E27FC236}">
                <a16:creationId xmlns:a16="http://schemas.microsoft.com/office/drawing/2014/main" id="{5F73EEC8-E65E-CE61-D82B-DB3DA32901F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3" y="-23813"/>
            <a:ext cx="9242426" cy="698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7" descr="white-logo.png">
            <a:extLst>
              <a:ext uri="{FF2B5EF4-FFF2-40B4-BE49-F238E27FC236}">
                <a16:creationId xmlns:a16="http://schemas.microsoft.com/office/drawing/2014/main" id="{4477A3D1-DDB8-AA0F-9E19-1D44006C60D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350" y="349250"/>
            <a:ext cx="1203325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8" descr="orange-stripe.gif">
            <a:extLst>
              <a:ext uri="{FF2B5EF4-FFF2-40B4-BE49-F238E27FC236}">
                <a16:creationId xmlns:a16="http://schemas.microsoft.com/office/drawing/2014/main" id="{F70AB99D-7FCB-18DA-DD04-7D9B53F7A52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r="6001" b="-5"/>
          <a:stretch>
            <a:fillRect/>
          </a:stretch>
        </p:blipFill>
        <p:spPr bwMode="auto">
          <a:xfrm>
            <a:off x="598488" y="6072188"/>
            <a:ext cx="8594725" cy="8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8" name="Text Box 20">
            <a:extLst>
              <a:ext uri="{FF2B5EF4-FFF2-40B4-BE49-F238E27FC236}">
                <a16:creationId xmlns:a16="http://schemas.microsoft.com/office/drawing/2014/main" id="{012AD620-B1BE-1DB4-66FE-54E57A5FA9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4513" y="6627813"/>
            <a:ext cx="32115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© Copyright National University of Singapore. All Rights Reserved.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A4E653-CDA2-8BB4-A7E9-7F9ABD7F89BF}"/>
              </a:ext>
            </a:extLst>
          </p:cNvPr>
          <p:cNvSpPr/>
          <p:nvPr userDrawn="1"/>
        </p:nvSpPr>
        <p:spPr>
          <a:xfrm>
            <a:off x="7670800" y="6073775"/>
            <a:ext cx="1543050" cy="82550"/>
          </a:xfrm>
          <a:prstGeom prst="rect">
            <a:avLst/>
          </a:prstGeom>
          <a:solidFill>
            <a:srgbClr val="023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381" r:id="rId1"/>
    <p:sldLayoutId id="2147488382" r:id="rId2"/>
    <p:sldLayoutId id="2147488383" r:id="rId3"/>
    <p:sldLayoutId id="2147488384" r:id="rId4"/>
    <p:sldLayoutId id="2147488385" r:id="rId5"/>
    <p:sldLayoutId id="2147488386" r:id="rId6"/>
    <p:sldLayoutId id="2147488387" r:id="rId7"/>
    <p:sldLayoutId id="2147488388" r:id="rId8"/>
    <p:sldLayoutId id="2147488389" r:id="rId9"/>
    <p:sldLayoutId id="2147488390" r:id="rId10"/>
    <p:sldLayoutId id="2147488391" r:id="rId11"/>
    <p:sldLayoutId id="2147488392" r:id="rId12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6" descr="bg-orange-1.jpg">
            <a:extLst>
              <a:ext uri="{FF2B5EF4-FFF2-40B4-BE49-F238E27FC236}">
                <a16:creationId xmlns:a16="http://schemas.microsoft.com/office/drawing/2014/main" id="{748358A2-077A-EF55-9784-DE1CC1FC1E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53538" cy="696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8" descr="blue-stripe.gif">
            <a:extLst>
              <a:ext uri="{FF2B5EF4-FFF2-40B4-BE49-F238E27FC236}">
                <a16:creationId xmlns:a16="http://schemas.microsoft.com/office/drawing/2014/main" id="{70FE695D-0B87-47CE-F5F7-92300CD3D98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5299"/>
          <a:stretch>
            <a:fillRect/>
          </a:stretch>
        </p:blipFill>
        <p:spPr bwMode="auto">
          <a:xfrm>
            <a:off x="596900" y="6072188"/>
            <a:ext cx="8659813" cy="7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11" descr="white-logo.png">
            <a:extLst>
              <a:ext uri="{FF2B5EF4-FFF2-40B4-BE49-F238E27FC236}">
                <a16:creationId xmlns:a16="http://schemas.microsoft.com/office/drawing/2014/main" id="{95D31285-BE91-6AAB-7A33-5ECB9885EB6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350" y="349250"/>
            <a:ext cx="1203325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Box 20">
            <a:extLst>
              <a:ext uri="{FF2B5EF4-FFF2-40B4-BE49-F238E27FC236}">
                <a16:creationId xmlns:a16="http://schemas.microsoft.com/office/drawing/2014/main" id="{C0A94381-DAC4-45C5-46E4-0E6E184C88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4513" y="6627813"/>
            <a:ext cx="32115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© Copyright National University of Singapore.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393" r:id="rId1"/>
    <p:sldLayoutId id="2147488394" r:id="rId2"/>
    <p:sldLayoutId id="2147488395" r:id="rId3"/>
    <p:sldLayoutId id="2147488396" r:id="rId4"/>
    <p:sldLayoutId id="2147488397" r:id="rId5"/>
    <p:sldLayoutId id="2147488398" r:id="rId6"/>
    <p:sldLayoutId id="2147488399" r:id="rId7"/>
    <p:sldLayoutId id="2147488400" r:id="rId8"/>
    <p:sldLayoutId id="2147488401" r:id="rId9"/>
    <p:sldLayoutId id="2147488402" r:id="rId10"/>
    <p:sldLayoutId id="2147488403" r:id="rId11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8" descr="blue-stripe.gif">
            <a:extLst>
              <a:ext uri="{FF2B5EF4-FFF2-40B4-BE49-F238E27FC236}">
                <a16:creationId xmlns:a16="http://schemas.microsoft.com/office/drawing/2014/main" id="{C4B3F803-3795-1DBE-9F8B-1234FEC6763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6303"/>
          <a:stretch>
            <a:fillRect/>
          </a:stretch>
        </p:blipFill>
        <p:spPr bwMode="auto">
          <a:xfrm>
            <a:off x="596900" y="6072188"/>
            <a:ext cx="8547100" cy="7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4">
            <a:extLst>
              <a:ext uri="{FF2B5EF4-FFF2-40B4-BE49-F238E27FC236}">
                <a16:creationId xmlns:a16="http://schemas.microsoft.com/office/drawing/2014/main" id="{86B0BEAE-751A-E03E-9088-4CA0412714A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63" y="349250"/>
            <a:ext cx="11049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 Box 20">
            <a:extLst>
              <a:ext uri="{FF2B5EF4-FFF2-40B4-BE49-F238E27FC236}">
                <a16:creationId xmlns:a16="http://schemas.microsoft.com/office/drawing/2014/main" id="{B2E0BDF3-C6E9-245B-A5B7-278DF291DAD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4513" y="6627813"/>
            <a:ext cx="32115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800">
                <a:solidFill>
                  <a:srgbClr val="595959"/>
                </a:solidFill>
                <a:latin typeface="Arial Unicode MS" panose="020B0604020202020204" pitchFamily="34" charset="-128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D47E67F-6029-67C6-06FD-246491A88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627813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800">
                <a:solidFill>
                  <a:srgbClr val="7F7F7F"/>
                </a:solidFill>
                <a:latin typeface="Frutiger LT 55 Roman" pitchFamily="34" charset="0"/>
              </a:defRPr>
            </a:lvl1pPr>
          </a:lstStyle>
          <a:p>
            <a:fld id="{A1A645E8-20F6-47E4-80BE-6186F90EDC5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84821-6DBB-88AA-AAE5-1830B07941A6}"/>
              </a:ext>
            </a:extLst>
          </p:cNvPr>
          <p:cNvSpPr/>
          <p:nvPr userDrawn="1"/>
        </p:nvSpPr>
        <p:spPr>
          <a:xfrm>
            <a:off x="7670800" y="6070600"/>
            <a:ext cx="1473200" cy="76200"/>
          </a:xfrm>
          <a:prstGeom prst="rect">
            <a:avLst/>
          </a:prstGeom>
          <a:solidFill>
            <a:srgbClr val="F1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404" r:id="rId1"/>
    <p:sldLayoutId id="2147488405" r:id="rId2"/>
    <p:sldLayoutId id="2147488406" r:id="rId3"/>
    <p:sldLayoutId id="2147488407" r:id="rId4"/>
    <p:sldLayoutId id="2147488408" r:id="rId5"/>
    <p:sldLayoutId id="2147488409" r:id="rId6"/>
    <p:sldLayoutId id="2147488410" r:id="rId7"/>
    <p:sldLayoutId id="2147488411" r:id="rId8"/>
    <p:sldLayoutId id="2147488412" r:id="rId9"/>
    <p:sldLayoutId id="2147488413" r:id="rId10"/>
    <p:sldLayoutId id="2147488414" r:id="rId11"/>
  </p:sldLayoutIdLst>
  <p:hf sldNum="0"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3" descr="bg-blue-1.jpg">
            <a:extLst>
              <a:ext uri="{FF2B5EF4-FFF2-40B4-BE49-F238E27FC236}">
                <a16:creationId xmlns:a16="http://schemas.microsoft.com/office/drawing/2014/main" id="{D7CF7461-10CB-6564-16F0-EBC6B80B82C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-6350"/>
            <a:ext cx="9194800" cy="690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4" descr="white-logo.png">
            <a:extLst>
              <a:ext uri="{FF2B5EF4-FFF2-40B4-BE49-F238E27FC236}">
                <a16:creationId xmlns:a16="http://schemas.microsoft.com/office/drawing/2014/main" id="{E3993A8F-F8F0-0F3B-802F-6F1E4B8DBBB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350" y="349250"/>
            <a:ext cx="1203325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5" descr="orange-stripe.gif">
            <a:extLst>
              <a:ext uri="{FF2B5EF4-FFF2-40B4-BE49-F238E27FC236}">
                <a16:creationId xmlns:a16="http://schemas.microsoft.com/office/drawing/2014/main" id="{C511547A-FB1C-9835-EBD6-5F2F7AABAF4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r="6001" b="-5"/>
          <a:stretch>
            <a:fillRect/>
          </a:stretch>
        </p:blipFill>
        <p:spPr bwMode="auto">
          <a:xfrm>
            <a:off x="598488" y="6072188"/>
            <a:ext cx="8594725" cy="8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20">
            <a:extLst>
              <a:ext uri="{FF2B5EF4-FFF2-40B4-BE49-F238E27FC236}">
                <a16:creationId xmlns:a16="http://schemas.microsoft.com/office/drawing/2014/main" id="{249CE189-6AC7-5A6B-F1E7-491AB3B434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4513" y="6627813"/>
            <a:ext cx="32019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8415" r:id="rId1"/>
    <p:sldLayoutId id="2147488416" r:id="rId2"/>
    <p:sldLayoutId id="2147488417" r:id="rId3"/>
    <p:sldLayoutId id="2147488418" r:id="rId4"/>
    <p:sldLayoutId id="2147488419" r:id="rId5"/>
    <p:sldLayoutId id="2147488420" r:id="rId6"/>
    <p:sldLayoutId id="2147488421" r:id="rId7"/>
    <p:sldLayoutId id="2147488422" r:id="rId8"/>
    <p:sldLayoutId id="2147488423" r:id="rId9"/>
    <p:sldLayoutId id="2147488424" r:id="rId10"/>
    <p:sldLayoutId id="2147488425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4">
            <a:extLst>
              <a:ext uri="{FF2B5EF4-FFF2-40B4-BE49-F238E27FC236}">
                <a16:creationId xmlns:a16="http://schemas.microsoft.com/office/drawing/2014/main" id="{913CCF7F-9813-1FC4-62F5-1450D6F055CD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031088" y="1603846"/>
            <a:ext cx="7461418" cy="76179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4000" b="1" cap="none">
                <a:latin typeface="Frutiger LT 55 Roman" pitchFamily="34" charset="0"/>
                <a:cs typeface="Frutiger LT 55 Roman" pitchFamily="34" charset="0"/>
              </a:rPr>
              <a:t>MOS Devices 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59A1E-5485-31BB-2289-5CDF46F248D8}"/>
              </a:ext>
            </a:extLst>
          </p:cNvPr>
          <p:cNvSpPr txBox="1"/>
          <p:nvPr/>
        </p:nvSpPr>
        <p:spPr>
          <a:xfrm>
            <a:off x="2054264" y="2523386"/>
            <a:ext cx="64420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>
                <a:solidFill>
                  <a:schemeClr val="bg1"/>
                </a:solidFill>
              </a:rPr>
              <a:t>Ferroelectric Nanosheets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EA2BBB-4F72-63ED-BFF3-7AD52EE6A07F}"/>
              </a:ext>
            </a:extLst>
          </p:cNvPr>
          <p:cNvSpPr txBox="1"/>
          <p:nvPr/>
        </p:nvSpPr>
        <p:spPr>
          <a:xfrm>
            <a:off x="554539" y="4843371"/>
            <a:ext cx="3531481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600">
                <a:solidFill>
                  <a:schemeClr val="bg1"/>
                </a:solidFill>
                <a:latin typeface="Abadi" panose="020B0604020104020204" pitchFamily="34" charset="0"/>
              </a:rPr>
              <a:t>Presented by:</a:t>
            </a:r>
          </a:p>
          <a:p>
            <a:r>
              <a:rPr lang="en-IN" sz="1600">
                <a:solidFill>
                  <a:schemeClr val="bg1"/>
                </a:solidFill>
                <a:latin typeface="Abadi"/>
                <a:ea typeface="MS PGothic"/>
              </a:rPr>
              <a:t>Divya Gavane (A0329221M)</a:t>
            </a:r>
            <a:endParaRPr lang="en-IN" sz="1600">
              <a:solidFill>
                <a:schemeClr val="bg1"/>
              </a:solidFill>
              <a:latin typeface="Abadi"/>
            </a:endParaRPr>
          </a:p>
          <a:p>
            <a:r>
              <a:rPr lang="en-IN" sz="1600">
                <a:solidFill>
                  <a:schemeClr val="bg1"/>
                </a:solidFill>
                <a:latin typeface="Abadi"/>
                <a:ea typeface="MS PGothic"/>
              </a:rPr>
              <a:t>G Krishna Kumar Teja (A0329735U)</a:t>
            </a:r>
            <a:endParaRPr lang="en-IN" sz="1600">
              <a:solidFill>
                <a:schemeClr val="bg1"/>
              </a:solidFill>
              <a:latin typeface="Abadi"/>
            </a:endParaRPr>
          </a:p>
          <a:p>
            <a:r>
              <a:rPr lang="en-IN" sz="1600">
                <a:solidFill>
                  <a:schemeClr val="bg1"/>
                </a:solidFill>
                <a:latin typeface="Abadi"/>
                <a:ea typeface="MS PGothic"/>
              </a:rPr>
              <a:t>Vellanki Priyanka (A0329806W)</a:t>
            </a:r>
            <a:endParaRPr lang="en-IN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19F6E51-62F3-5C99-23E7-FF5413364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08790"/>
            <a:ext cx="9202994" cy="491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39A6FD-DD82-594E-D7F4-2D76B8758A4E}"/>
              </a:ext>
            </a:extLst>
          </p:cNvPr>
          <p:cNvSpPr txBox="1"/>
          <p:nvPr/>
        </p:nvSpPr>
        <p:spPr>
          <a:xfrm>
            <a:off x="707925" y="1274261"/>
            <a:ext cx="5049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>
                <a:solidFill>
                  <a:srgbClr val="023E7C"/>
                </a:solidFill>
                <a:latin typeface="Abadi" panose="020B0604020104020204" pitchFamily="34" charset="0"/>
              </a:rPr>
              <a:t>Transistors Evolution</a:t>
            </a:r>
          </a:p>
        </p:txBody>
      </p:sp>
    </p:spTree>
    <p:extLst>
      <p:ext uri="{BB962C8B-B14F-4D97-AF65-F5344CB8AC3E}">
        <p14:creationId xmlns:p14="http://schemas.microsoft.com/office/powerpoint/2010/main" val="298372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DD8F2F-D590-5238-B969-FB7DCBF91E7F}"/>
                  </a:ext>
                </a:extLst>
              </p:cNvPr>
              <p:cNvSpPr txBox="1"/>
              <p:nvPr/>
            </p:nvSpPr>
            <p:spPr>
              <a:xfrm>
                <a:off x="285507" y="1278996"/>
                <a:ext cx="4793345" cy="500147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342900" indent="-342900" algn="just" defTabSz="457200">
                  <a:lnSpc>
                    <a:spcPct val="90000"/>
                  </a:lnSpc>
                  <a:spcBef>
                    <a:spcPct val="20000"/>
                  </a:spcBef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As per the Moore’s law: number of transistors on an integrated circuit doubles approximately every 2 years, leading to increase in computing power and a decrease in cost.</a:t>
                </a:r>
              </a:p>
              <a:p>
                <a:pPr marL="342900" indent="-342900" algn="just" defTabSz="457200">
                  <a:lnSpc>
                    <a:spcPct val="90000"/>
                  </a:lnSpc>
                  <a:spcBef>
                    <a:spcPct val="20000"/>
                  </a:spcBef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Abadi" panose="020B0604020104020204" pitchFamily="34" charset="0"/>
                  </a:rPr>
                  <a:t>A</a:t>
                </a: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s channel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goes below 30 nm, 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Dennard scaling breaks down</a:t>
                </a: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— the power density no longer stays constant. </a:t>
                </a:r>
              </a:p>
              <a:p>
                <a:pPr marL="342900" indent="-342900" algn="just" defTabSz="457200">
                  <a:lnSpc>
                    <a:spcPct val="90000"/>
                  </a:lnSpc>
                  <a:spcBef>
                    <a:spcPct val="20000"/>
                  </a:spcBef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Shrinking dimensions causes 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short-channel effects (SCEs)</a:t>
                </a: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: drain fields penetrate the channel, degrading threshold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), increasing leakage and static power consumption.</a:t>
                </a:r>
              </a:p>
              <a:p>
                <a:pPr marL="342900" indent="-342900" algn="just" defTabSz="457200">
                  <a:lnSpc>
                    <a:spcPct val="90000"/>
                  </a:lnSpc>
                  <a:spcBef>
                    <a:spcPct val="20000"/>
                  </a:spcBef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New designs aim to 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improve electrostatics rather than just shrink size</a:t>
                </a: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. </a:t>
                </a:r>
                <a:b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</a:b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This challenge started a geometric revolution [1]: </a:t>
                </a:r>
              </a:p>
              <a:p>
                <a:pPr algn="just" defTabSz="457200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     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Planar MOSFET-&gt;</a:t>
                </a:r>
                <a:r>
                  <a:rPr lang="en-US" sz="1600" b="1" dirty="0" err="1">
                    <a:solidFill>
                      <a:schemeClr val="tx1"/>
                    </a:solidFill>
                    <a:latin typeface="Abadi" panose="020B0604020104020204" pitchFamily="34" charset="0"/>
                  </a:rPr>
                  <a:t>FinFET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-&gt;GAA-&gt;Fe-NS FET</a:t>
                </a:r>
              </a:p>
              <a:p>
                <a:pPr marL="342900" indent="-342900" algn="just" defTabSz="457200">
                  <a:lnSpc>
                    <a:spcPct val="90000"/>
                  </a:lnSpc>
                  <a:spcBef>
                    <a:spcPct val="20000"/>
                  </a:spcBef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Each step improves </a:t>
                </a:r>
                <a:r>
                  <a:rPr lang="en-US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gate-channel control</a:t>
                </a:r>
                <a:r>
                  <a:rPr lang="en-US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and lowers leakage</a:t>
                </a:r>
                <a:r>
                  <a:rPr lang="en-US" sz="1600" dirty="0">
                    <a:latin typeface="Abadi" panose="020B0604020104020204" pitchFamily="34" charset="0"/>
                  </a:rPr>
                  <a:t>.</a:t>
                </a:r>
                <a:endParaRPr lang="en-US" sz="1600" dirty="0">
                  <a:solidFill>
                    <a:srgbClr val="023E7C"/>
                  </a:solidFill>
                  <a:latin typeface="Abadi" panose="020B0604020104020204" pitchFamily="34" charset="0"/>
                </a:endParaRPr>
              </a:p>
              <a:p>
                <a:pPr marL="342900" indent="-342900" defTabSz="457200">
                  <a:lnSpc>
                    <a:spcPct val="90000"/>
                  </a:lnSpc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endParaRPr lang="en-US" sz="1100" b="1" dirty="0">
                  <a:solidFill>
                    <a:srgbClr val="023E7C"/>
                  </a:solidFill>
                  <a:latin typeface="Frutiger LT 55 Roman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DD8F2F-D590-5238-B969-FB7DCBF91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07" y="1278996"/>
                <a:ext cx="4793345" cy="5001479"/>
              </a:xfrm>
              <a:prstGeom prst="rect">
                <a:avLst/>
              </a:prstGeom>
              <a:blipFill>
                <a:blip r:embed="rId3"/>
                <a:stretch>
                  <a:fillRect l="-509" t="-854" r="-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structure&#10;&#10;AI-generated content may be incorrect.">
            <a:extLst>
              <a:ext uri="{FF2B5EF4-FFF2-40B4-BE49-F238E27FC236}">
                <a16:creationId xmlns:a16="http://schemas.microsoft.com/office/drawing/2014/main" id="{D0B85D0E-8DF6-75B8-D2E8-2003DB7B69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97" t="4692" r="3460" b="25932"/>
          <a:stretch>
            <a:fillRect/>
          </a:stretch>
        </p:blipFill>
        <p:spPr>
          <a:xfrm>
            <a:off x="5078852" y="1211060"/>
            <a:ext cx="4038600" cy="2001449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F19AC3-BDCC-8373-054A-1DB51755CB9A}"/>
              </a:ext>
            </a:extLst>
          </p:cNvPr>
          <p:cNvSpPr txBox="1"/>
          <p:nvPr/>
        </p:nvSpPr>
        <p:spPr>
          <a:xfrm>
            <a:off x="574697" y="480217"/>
            <a:ext cx="52597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cap="none">
                <a:latin typeface="Abadi" panose="020B0604020104020204" pitchFamily="34" charset="0"/>
                <a:cs typeface="Times New Roman" panose="02020603050405020304" pitchFamily="18" charset="0"/>
              </a:rPr>
              <a:t>Evolution</a:t>
            </a:r>
            <a:r>
              <a:rPr lang="en-IN" sz="2400" b="1" cap="none">
                <a:latin typeface="Abadi" panose="020B0604020104020204" pitchFamily="34" charset="0"/>
                <a:cs typeface="Times New Roman" panose="02020603050405020304" pitchFamily="18" charset="0"/>
              </a:rPr>
              <a:t> </a:t>
            </a:r>
            <a:r>
              <a:rPr lang="en-IN" sz="2400" cap="none">
                <a:latin typeface="Abadi" panose="020B0604020104020204" pitchFamily="34" charset="0"/>
                <a:cs typeface="Times New Roman" panose="02020603050405020304" pitchFamily="18" charset="0"/>
              </a:rPr>
              <a:t>of Transistor Architectures</a:t>
            </a:r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D2A712-60B9-E671-2ABF-6C0F9C483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944" y="3490555"/>
            <a:ext cx="3624416" cy="200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7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1392-E4C8-63A3-DC92-04A528803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35" y="333387"/>
            <a:ext cx="7172102" cy="367066"/>
          </a:xfrm>
        </p:spPr>
        <p:txBody>
          <a:bodyPr/>
          <a:lstStyle/>
          <a:p>
            <a:r>
              <a:rPr lang="en-IN" sz="2400" cap="none" dirty="0">
                <a:solidFill>
                  <a:schemeClr val="tx1"/>
                </a:solidFill>
                <a:latin typeface="Abadi" panose="020B0604020104020204" pitchFamily="34" charset="0"/>
              </a:rPr>
              <a:t>Planar MOSFET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2300CC-AF24-BF0B-3330-5AD7621A55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8164" y="1053071"/>
                <a:ext cx="4955067" cy="5108841"/>
              </a:xfrm>
            </p:spPr>
            <p:txBody>
              <a:bodyPr/>
              <a:lstStyle/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The planar MOSFET uses a flat channel and a single gate on top of </a:t>
                </a:r>
                <a:r>
                  <a:rPr lang="en-IN" sz="1600" dirty="0" err="1">
                    <a:solidFill>
                      <a:schemeClr val="tx1"/>
                    </a:solidFill>
                    <a:latin typeface="Abadi" panose="020B0604020104020204" pitchFamily="34" charset="0"/>
                  </a:rPr>
                  <a:t>SiO</a:t>
                </a: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₂. It dominated &gt;45 nm technology. But the </a:t>
                </a:r>
                <a:r>
                  <a:rPr lang="en-IN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single-sided control</a:t>
                </a: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gets insufficient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ar-AE" sz="16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ar-AE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. </a:t>
                </a: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The gate potential starts decaying into the channel with a characteristic length, [2]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𝑜𝑥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  <a:p>
                <a:pPr marL="0" indent="0" algn="just">
                  <a:buNone/>
                </a:pP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     Large </a:t>
                </a:r>
                <a:r>
                  <a:rPr lang="el-GR" sz="1600" dirty="0">
                    <a:solidFill>
                      <a:schemeClr val="tx1"/>
                    </a:solidFill>
                  </a:rPr>
                  <a:t>λ</a:t>
                </a:r>
                <a:r>
                  <a:rPr lang="en-IN" sz="1600" dirty="0">
                    <a:solidFill>
                      <a:schemeClr val="tx1"/>
                    </a:solidFill>
                  </a:rPr>
                  <a:t> </a:t>
                </a:r>
                <a:r>
                  <a:rPr lang="el-GR" sz="1600" dirty="0">
                    <a:solidFill>
                      <a:schemeClr val="tx1"/>
                    </a:solidFill>
                  </a:rPr>
                  <a:t>→</a:t>
                </a:r>
                <a:r>
                  <a:rPr lang="en-IN" sz="1600" dirty="0">
                    <a:solidFill>
                      <a:schemeClr val="tx1"/>
                    </a:solidFill>
                  </a:rPr>
                  <a:t> </a:t>
                </a: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poor control → SCEs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The </a:t>
                </a:r>
                <a:r>
                  <a:rPr lang="en-IN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subthreshold slope </a:t>
                </a:r>
                <a:endParaRPr lang="en-IN" sz="1600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IN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𝑆𝑆</m:t>
                      </m:r>
                      <m:r>
                        <a:rPr lang="en-IN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ar-A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ar-AE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func>
                        </m:e>
                      </m:d>
                      <m:f>
                        <m:fPr>
                          <m:ctrlPr>
                            <a:rPr lang="ar-A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𝑘𝑇</m:t>
                          </m:r>
                        </m:num>
                        <m:den>
                          <m:r>
                            <a:rPr lang="ar-A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m:rPr>
                          <m:nor/>
                        </m:rPr>
                        <a:rPr lang="ar-AE" sz="1600" i="1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m:t> </m:t>
                      </m:r>
                      <m:d>
                        <m:dPr>
                          <m:ctrlPr>
                            <a:rPr lang="ar-A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𝑑𝑒𝑝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𝑜𝑥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ar-AE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ar-AE" sz="1600" i="1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m:t> </m:t>
                      </m:r>
                      <m:r>
                        <a:rPr lang="ar-AE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</m:t>
                      </m:r>
                      <m:r>
                        <m:rPr>
                          <m:nor/>
                        </m:rPr>
                        <a:rPr lang="ar-AE" sz="1600" i="1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m:t>  </m:t>
                      </m:r>
                      <m:r>
                        <m:rPr>
                          <m:sty m:val="p"/>
                        </m:rPr>
                        <a:rPr lang="en-IN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mV</m:t>
                      </m:r>
                      <m:r>
                        <a:rPr lang="en-IN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IN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dec</m:t>
                      </m:r>
                    </m:oMath>
                  </m:oMathPara>
                </a14:m>
                <a:endParaRPr lang="en-IN" sz="1600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  <a:p>
                <a:pPr marL="400050" lvl="1" indent="0" algn="just">
                  <a:buNone/>
                </a:pP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is higher than the 60 mV/dec Boltzmann limit, so leakage current increases exponentially,</a:t>
                </a:r>
              </a:p>
              <a:p>
                <a:pPr algn="just"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DIBL often exceeds 100 mV/V.</a:t>
                </a:r>
                <a:b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</a:b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So, planar devices fail below 30 nm due to higher leakage currents. [2]</a:t>
                </a:r>
              </a:p>
              <a:p>
                <a:pPr marL="400050" lvl="1" indent="0">
                  <a:buNone/>
                </a:pPr>
                <a:endParaRPr lang="en-IN" sz="1600" dirty="0">
                  <a:latin typeface="Abadi" panose="020B0604020104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2300CC-AF24-BF0B-3330-5AD7621A55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8164" y="1053071"/>
                <a:ext cx="4955067" cy="5108841"/>
              </a:xfrm>
              <a:blipFill>
                <a:blip r:embed="rId3"/>
                <a:stretch>
                  <a:fillRect l="-492" t="-358" r="-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0282574-F57E-563C-2D0B-835683B5D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690" y="2071532"/>
            <a:ext cx="3651310" cy="236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9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E70712-5808-EA68-06A4-C1C73F46F0C9}"/>
                  </a:ext>
                </a:extLst>
              </p:cNvPr>
              <p:cNvSpPr txBox="1"/>
              <p:nvPr/>
            </p:nvSpPr>
            <p:spPr>
              <a:xfrm>
                <a:off x="301758" y="1885506"/>
                <a:ext cx="4687039" cy="2987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To tackle SCEs, Intel and other semiconductor tech giants adopted </a:t>
                </a:r>
                <a:r>
                  <a:rPr lang="en-IN" sz="1600" b="1" dirty="0" err="1">
                    <a:solidFill>
                      <a:schemeClr val="tx1"/>
                    </a:solidFill>
                    <a:latin typeface="Abadi" panose="020B0604020104020204" pitchFamily="34" charset="0"/>
                  </a:rPr>
                  <a:t>FinFETs</a:t>
                </a: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, a thin vertical “fin” acts as the channel and the gate wraps around three sides. This increases the effective gate area and reduces </a:t>
                </a:r>
                <a:r>
                  <a:rPr lang="el-GR" sz="1600" dirty="0">
                    <a:solidFill>
                      <a:schemeClr val="tx1"/>
                    </a:solidFill>
                  </a:rPr>
                  <a:t>λ </a:t>
                </a: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to </a:t>
                </a:r>
                <a:r>
                  <a:rPr lang="en-IN" sz="1600" dirty="0">
                    <a:latin typeface="Abadi" panose="020B0604020104020204" pitchFamily="34" charset="0"/>
                  </a:rPr>
                  <a:t>roughly [3], </a:t>
                </a:r>
                <a:endParaRPr lang="en-IN" sz="1600" dirty="0">
                  <a:solidFill>
                    <a:schemeClr val="tx1"/>
                  </a:solidFill>
                  <a:latin typeface="Abadi" panose="020B0604020104020204" pitchFamily="34" charset="0"/>
                </a:endParaRPr>
              </a:p>
              <a:p>
                <a:pPr algn="just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                </m:t>
                        </m:r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𝐹𝑖𝑛</m:t>
                        </m:r>
                      </m:sub>
                    </m:sSub>
                    <m:r>
                      <a:rPr lang="ar-AE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en-IN" sz="1600" b="0" i="1" smtClean="0">
                        <a:solidFill>
                          <a:schemeClr val="tx1"/>
                        </a:solidFill>
                        <a:latin typeface="Abadi" panose="020B0604020104020204" pitchFamily="34" charset="0"/>
                      </a:rPr>
                      <m:t> </m:t>
                    </m:r>
                    <m:f>
                      <m:fPr>
                        <m:ctrlPr>
                          <a:rPr lang="ar-AE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𝑓𝑖𝑛</m:t>
                            </m:r>
                          </m:sub>
                        </m:sSub>
                      </m:num>
                      <m:den>
                        <m:r>
                          <a:rPr lang="ar-AE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ad>
                      <m:radPr>
                        <m:degHide m:val="on"/>
                        <m:ctrlPr>
                          <a:rPr lang="ar-AE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ar-AE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ar-AE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ar-AE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      </a:t>
                </a:r>
              </a:p>
              <a:p>
                <a:pPr marL="285750" indent="-285750" algn="just">
                  <a:spcAft>
                    <a:spcPts val="600"/>
                  </a:spcAft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Better control yields </a:t>
                </a:r>
                <a:r>
                  <a:rPr lang="en-IN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SS ≈ 70 mV/dec</a:t>
                </a: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, </a:t>
                </a:r>
                <a:r>
                  <a:rPr lang="en-IN" sz="1600" b="1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DIBL ≈ 60 mV/V</a:t>
                </a: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𝑜𝑛</m:t>
                        </m:r>
                      </m:sub>
                    </m:sSub>
                    <m:r>
                      <a:rPr lang="ar-AE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𝑜𝑓𝑓</m:t>
                        </m:r>
                      </m:sub>
                    </m:sSub>
                    <m:r>
                      <a:rPr lang="ar-AE" sz="16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ar-AE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sz="1600" b="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ar-AE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.</a:t>
                </a:r>
                <a:br>
                  <a:rPr lang="ar-AE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</a:br>
                <a:r>
                  <a:rPr lang="en-IN" sz="1600" dirty="0" err="1">
                    <a:solidFill>
                      <a:schemeClr val="tx1"/>
                    </a:solidFill>
                    <a:latin typeface="Abadi" panose="020B0604020104020204" pitchFamily="34" charset="0"/>
                  </a:rPr>
                  <a:t>FinFETs</a:t>
                </a:r>
                <a:r>
                  <a:rPr lang="en-IN" sz="1600" dirty="0">
                    <a:solidFill>
                      <a:schemeClr val="tx1"/>
                    </a:solidFill>
                    <a:latin typeface="Abadi" panose="020B0604020104020204" pitchFamily="34" charset="0"/>
                  </a:rPr>
                  <a:t> enabled 22–10 nm nodes and became the mainstream 3-D transistor.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E70712-5808-EA68-06A4-C1C73F46F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8" y="1885506"/>
                <a:ext cx="4687039" cy="2987997"/>
              </a:xfrm>
              <a:prstGeom prst="rect">
                <a:avLst/>
              </a:prstGeom>
              <a:blipFill>
                <a:blip r:embed="rId2"/>
                <a:stretch>
                  <a:fillRect l="-521" t="-612" r="-781" b="-18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1AFB431-9DB3-0304-A124-83C7F33956F0}"/>
              </a:ext>
            </a:extLst>
          </p:cNvPr>
          <p:cNvSpPr txBox="1"/>
          <p:nvPr/>
        </p:nvSpPr>
        <p:spPr>
          <a:xfrm>
            <a:off x="619433" y="99187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cap="none" dirty="0" err="1">
                <a:latin typeface="Abadi" panose="020B0604020104020204" pitchFamily="34" charset="0"/>
              </a:rPr>
              <a:t>FinFET</a:t>
            </a:r>
            <a:r>
              <a:rPr lang="en-IN" dirty="0">
                <a:latin typeface="Abadi" panose="020B0604020104020204" pitchFamily="34" charset="0"/>
              </a:rPr>
              <a:t>: First 3D solution</a:t>
            </a:r>
            <a:endParaRPr lang="en-IN" dirty="0"/>
          </a:p>
        </p:txBody>
      </p:sp>
      <p:pic>
        <p:nvPicPr>
          <p:cNvPr id="194564" name="Picture 4" descr="physical design - Multiple Transistors (FinFET) sharing a gate? -  Electrical Engineering Stack Exchange">
            <a:extLst>
              <a:ext uri="{FF2B5EF4-FFF2-40B4-BE49-F238E27FC236}">
                <a16:creationId xmlns:a16="http://schemas.microsoft.com/office/drawing/2014/main" id="{F1F6D282-8F55-64CC-F911-0E8B574AB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618" y="2341912"/>
            <a:ext cx="3162723" cy="217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98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45A567-3C3E-30C3-F150-EB30FA40A5D8}"/>
                  </a:ext>
                </a:extLst>
              </p:cNvPr>
              <p:cNvSpPr txBox="1"/>
              <p:nvPr/>
            </p:nvSpPr>
            <p:spPr>
              <a:xfrm>
                <a:off x="287213" y="1886694"/>
                <a:ext cx="4207821" cy="3354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latin typeface="Abadi" panose="020B0604020104020204" pitchFamily="34" charset="0"/>
                  </a:rPr>
                  <a:t>Below 5 nm, fin-aspect limits and leakage at fin edges degrades performance due to </a:t>
                </a:r>
                <a:r>
                  <a:rPr lang="en-IN" sz="1600" b="1" dirty="0">
                    <a:latin typeface="Abadi" panose="020B0604020104020204" pitchFamily="34" charset="0"/>
                  </a:rPr>
                  <a:t>corner-field crowding </a:t>
                </a:r>
                <a:r>
                  <a:rPr lang="en-IN" sz="1600" dirty="0">
                    <a:latin typeface="Abadi" panose="020B0604020104020204" pitchFamily="34" charset="0"/>
                  </a:rPr>
                  <a:t>as the gate doesn’t fully surround the channel. Tall fins complicate lithography and heat removal. [4]</a:t>
                </a:r>
              </a:p>
              <a:p>
                <a:pPr marL="285750" indent="-285750" algn="just"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latin typeface="Abadi" panose="020B0604020104020204" pitchFamily="34" charset="0"/>
                  </a:rPr>
                  <a:t>Gate-All-Around (GAA) devices fix this by wrapping the gate on all sides, giving symmetric control and uniform current.</a:t>
                </a:r>
              </a:p>
              <a:p>
                <a:pPr marL="285750" indent="-285750" algn="just">
                  <a:spcAft>
                    <a:spcPts val="1200"/>
                  </a:spcAft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latin typeface="Abadi" panose="020B0604020104020204" pitchFamily="34" charset="0"/>
                  </a:rPr>
                  <a:t>At equal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ar-AE" sz="1600" dirty="0">
                    <a:latin typeface="Abadi" panose="020B0604020104020204" pitchFamily="34" charset="0"/>
                  </a:rPr>
                  <a:t>, </a:t>
                </a:r>
                <a:r>
                  <a:rPr lang="en-IN" sz="1600" dirty="0">
                    <a:latin typeface="Abadi" panose="020B0604020104020204" pitchFamily="34" charset="0"/>
                  </a:rPr>
                  <a:t>GAA reduces DIBL by ~30 % and achieves SS ≈ 60 mV/dec – the theoretical limit for thermionic carriers. [4]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45A567-3C3E-30C3-F150-EB30FA40A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13" y="1886694"/>
                <a:ext cx="4207821" cy="3354765"/>
              </a:xfrm>
              <a:prstGeom prst="rect">
                <a:avLst/>
              </a:prstGeom>
              <a:blipFill>
                <a:blip r:embed="rId2"/>
                <a:stretch>
                  <a:fillRect l="-580" t="-544" r="-870" b="-12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F6B8702-DEC6-3117-2D24-5D6FC8616AA7}"/>
              </a:ext>
            </a:extLst>
          </p:cNvPr>
          <p:cNvSpPr txBox="1"/>
          <p:nvPr/>
        </p:nvSpPr>
        <p:spPr>
          <a:xfrm>
            <a:off x="542291" y="921758"/>
            <a:ext cx="5910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cap="none" dirty="0" err="1">
                <a:latin typeface="Abadi" panose="020B0604020104020204" pitchFamily="34" charset="0"/>
              </a:rPr>
              <a:t>FinFET</a:t>
            </a:r>
            <a:r>
              <a:rPr lang="en-IN" cap="none" dirty="0">
                <a:latin typeface="Abadi" panose="020B0604020104020204" pitchFamily="34" charset="0"/>
              </a:rPr>
              <a:t> Limits and GAA Transition</a:t>
            </a:r>
            <a:endParaRPr lang="en-IN" dirty="0"/>
          </a:p>
        </p:txBody>
      </p:sp>
      <p:pic>
        <p:nvPicPr>
          <p:cNvPr id="194566" name="Picture 6" descr="Fin core dimensionality and corner effect in dual core gate-all-around  FinFET - ScienceDirect">
            <a:extLst>
              <a:ext uri="{FF2B5EF4-FFF2-40B4-BE49-F238E27FC236}">
                <a16:creationId xmlns:a16="http://schemas.microsoft.com/office/drawing/2014/main" id="{3566D383-EDF8-42E9-1662-F080BFA71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182" y="1530491"/>
            <a:ext cx="3863464" cy="406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072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7D69ED-6629-E5AB-4E86-C6DF54F5D277}"/>
              </a:ext>
            </a:extLst>
          </p:cNvPr>
          <p:cNvSpPr txBox="1"/>
          <p:nvPr/>
        </p:nvSpPr>
        <p:spPr>
          <a:xfrm>
            <a:off x="229692" y="333441"/>
            <a:ext cx="5918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badi" panose="020B0604020104020204" pitchFamily="34" charset="0"/>
              </a:rPr>
              <a:t>Nanosheet FET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C17463-ED1D-8671-4198-86796346DD0F}"/>
                  </a:ext>
                </a:extLst>
              </p:cNvPr>
              <p:cNvSpPr txBox="1"/>
              <p:nvPr/>
            </p:nvSpPr>
            <p:spPr>
              <a:xfrm>
                <a:off x="229692" y="867514"/>
                <a:ext cx="6067591" cy="5990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badi" panose="020B0604020104020204" pitchFamily="34" charset="0"/>
                  </a:rPr>
                  <a:t>The Gate-All-Around (GAA) design surrounds the channel completely, giving 360° electrostatic control and enabling further scaling. [5]</a:t>
                </a:r>
                <a:endParaRPr lang="en-US" sz="16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badi" panose="020B0604020104020204" pitchFamily="34" charset="0"/>
                </a:endParaRPr>
              </a:p>
              <a:p>
                <a:pPr algn="just"/>
                <a:r>
                  <a:rPr lang="en-IN" sz="16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badi" panose="020B0604020104020204" pitchFamily="34" charset="0"/>
                  </a:rPr>
                  <a:t>Key Features:</a:t>
                </a:r>
              </a:p>
              <a:p>
                <a:pPr marL="285750" indent="-285750" algn="just">
                  <a:buFont typeface="Courier New" panose="02070309020205020404" pitchFamily="49" charset="0"/>
                  <a:buChar char="o"/>
                </a:pPr>
                <a:r>
                  <a:rPr lang="en-IN" sz="1600" dirty="0">
                    <a:latin typeface="Abadi" panose="020B0604020104020204" pitchFamily="34" charset="0"/>
                  </a:rPr>
                  <a:t>3–5 stacked Si/SiGe sheets → higher drive current (Iᴅ) per footprint. High-</a:t>
                </a:r>
                <a:r>
                  <a:rPr lang="el-GR" sz="1600" dirty="0"/>
                  <a:t>κ </a:t>
                </a:r>
                <a:r>
                  <a:rPr lang="en-IN" sz="1600" dirty="0" err="1">
                    <a:latin typeface="Abadi" panose="020B0604020104020204" pitchFamily="34" charset="0"/>
                  </a:rPr>
                  <a:t>HfO</a:t>
                </a:r>
                <a:r>
                  <a:rPr lang="en-IN" sz="1600" dirty="0">
                    <a:latin typeface="Abadi" panose="020B0604020104020204" pitchFamily="34" charset="0"/>
                  </a:rPr>
                  <a:t>₂/</a:t>
                </a:r>
                <a:r>
                  <a:rPr lang="en-IN" sz="1600" dirty="0" err="1">
                    <a:latin typeface="Abadi" panose="020B0604020104020204" pitchFamily="34" charset="0"/>
                  </a:rPr>
                  <a:t>SiO</a:t>
                </a:r>
                <a:r>
                  <a:rPr lang="en-IN" sz="1600" dirty="0">
                    <a:latin typeface="Abadi" panose="020B0604020104020204" pitchFamily="34" charset="0"/>
                  </a:rPr>
                  <a:t>₂ dielectric and metal gate wrap around each sheet. [5]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IN" sz="1600" b="1" dirty="0">
                    <a:latin typeface="Abadi" panose="020B0604020104020204" pitchFamily="34" charset="0"/>
                  </a:rPr>
                  <a:t>Current Scaling [5]</a:t>
                </a:r>
                <a:endParaRPr lang="en-IN" sz="1600" dirty="0">
                  <a:latin typeface="Abadi" panose="020B0604020104020204" pitchFamily="34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𝑒𝑒𝑡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sepChr m:val="⋅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𝑒𝑒𝑡</m:t>
                              </m:r>
                            </m:sub>
                          </m:sSub>
                        </m:e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e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600" dirty="0">
                  <a:latin typeface="Abadi" panose="020B0604020104020204" pitchFamily="34" charset="0"/>
                </a:endParaRPr>
              </a:p>
              <a:p>
                <a:pPr lvl="1" algn="just"/>
                <a:r>
                  <a:rPr lang="en-IN" sz="1600" dirty="0">
                    <a:latin typeface="Abadi" panose="020B0604020104020204" pitchFamily="34" charset="0"/>
                  </a:rPr>
                  <a:t>     More sheets = higher drive current without larger area.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IN" sz="1600" b="1" dirty="0">
                    <a:latin typeface="Abadi" panose="020B0604020104020204" pitchFamily="34" charset="0"/>
                  </a:rPr>
                  <a:t>Electrostatic Integrity [5]</a:t>
                </a:r>
                <a:endParaRPr lang="en-IN" sz="1600" dirty="0">
                  <a:latin typeface="Abadi" panose="020B0604020104020204" pitchFamily="34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16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𝑠𝑖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𝑜𝑥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𝑠𝑖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IN" sz="1600" dirty="0">
                  <a:latin typeface="Abadi" panose="020B0604020104020204" pitchFamily="34" charset="0"/>
                </a:endParaRPr>
              </a:p>
              <a:p>
                <a:pPr algn="just">
                  <a:buNone/>
                </a:pPr>
                <a:r>
                  <a:rPr lang="en-IN" sz="1600" dirty="0">
                    <a:latin typeface="Abadi" panose="020B0604020104020204" pitchFamily="34" charset="0"/>
                  </a:rPr>
                  <a:t>           Smaller </a:t>
                </a:r>
                <a:r>
                  <a:rPr lang="el-GR" sz="1600" dirty="0"/>
                  <a:t>λ (≈ 3–5 </a:t>
                </a:r>
                <a:r>
                  <a:rPr lang="en-IN" sz="1600" dirty="0">
                    <a:latin typeface="Abadi" panose="020B0604020104020204" pitchFamily="34" charset="0"/>
                  </a:rPr>
                  <a:t>nm) → better short-channel control</a:t>
                </a:r>
              </a:p>
              <a:p>
                <a:pPr marL="285750" indent="-285750" algn="just">
                  <a:buFont typeface="Courier New" panose="02070309020205020404" pitchFamily="49" charset="0"/>
                  <a:buChar char="o"/>
                </a:pPr>
                <a:r>
                  <a:rPr lang="en-US" sz="16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badi" panose="020B0604020104020204" pitchFamily="34" charset="0"/>
                  </a:rPr>
                  <a:t>Challenges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badi" panose="020B0604020104020204" pitchFamily="34" charset="0"/>
                  </a:rPr>
                  <a:t>Complex epitaxy and selective etch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badi" panose="020B0604020104020204" pitchFamily="34" charset="0"/>
                  </a:rPr>
                  <a:t>GAA being a Logic-only device there is no data retention</a:t>
                </a:r>
              </a:p>
              <a:p>
                <a:pPr marL="285750" indent="-285750" algn="just">
                  <a:buFont typeface="Courier New" panose="02070309020205020404" pitchFamily="49" charset="0"/>
                  <a:buChar char="o"/>
                </a:pPr>
                <a:r>
                  <a:rPr lang="en-US" sz="16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badi" panose="020B0604020104020204" pitchFamily="34" charset="0"/>
                  </a:rPr>
                  <a:t>Takeaway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badi" panose="020B0604020104020204" pitchFamily="34" charset="0"/>
                  </a:rPr>
                  <a:t>GAA nanosheet FETs achieve best-in-class scaling, gate control and f</a:t>
                </a:r>
                <a:r>
                  <a:rPr lang="en-IN" sz="1600" dirty="0" err="1">
                    <a:latin typeface="Abadi" panose="020B0604020104020204" pitchFamily="34" charset="0"/>
                  </a:rPr>
                  <a:t>ully</a:t>
                </a:r>
                <a:r>
                  <a:rPr lang="en-IN" sz="1600" dirty="0">
                    <a:latin typeface="Abadi" panose="020B0604020104020204" pitchFamily="34" charset="0"/>
                  </a:rPr>
                  <a:t>-depleted channel suppresses leakage.</a:t>
                </a:r>
              </a:p>
              <a:p>
                <a:endParaRPr lang="en-US" sz="1600" dirty="0">
                  <a:latin typeface="Abadi" panose="020B0604020104020204" pitchFamily="34" charset="0"/>
                </a:endParaRPr>
              </a:p>
              <a:p>
                <a:endParaRPr lang="en-US" sz="1600" dirty="0">
                  <a:latin typeface="Abadi" panose="020B0604020104020204" pitchFamily="34" charset="0"/>
                </a:endParaRPr>
              </a:p>
              <a:p>
                <a:r>
                  <a:rPr lang="en-US" sz="1600" dirty="0">
                    <a:latin typeface="Abadi" panose="020B0604020104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C17463-ED1D-8671-4198-86796346D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92" y="867514"/>
                <a:ext cx="6067591" cy="5990486"/>
              </a:xfrm>
              <a:prstGeom prst="rect">
                <a:avLst/>
              </a:prstGeom>
              <a:blipFill>
                <a:blip r:embed="rId3"/>
                <a:stretch>
                  <a:fillRect l="-603" t="-305" r="-5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6610" name="Picture 2" descr="A conceptual diagram of a gate-all-around (GAA) field-effect transistor">
            <a:extLst>
              <a:ext uri="{FF2B5EF4-FFF2-40B4-BE49-F238E27FC236}">
                <a16:creationId xmlns:a16="http://schemas.microsoft.com/office/drawing/2014/main" id="{DBE4DD02-B15E-242C-4F11-9391F36FA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028" y="1340664"/>
            <a:ext cx="2745972" cy="1858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Gate-All-Around (GAA) - AnySilicon">
            <a:extLst>
              <a:ext uri="{FF2B5EF4-FFF2-40B4-BE49-F238E27FC236}">
                <a16:creationId xmlns:a16="http://schemas.microsoft.com/office/drawing/2014/main" id="{9298A75E-3D28-02C6-76CA-6B0BF32DB8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69"/>
          <a:stretch>
            <a:fillRect/>
          </a:stretch>
        </p:blipFill>
        <p:spPr bwMode="auto">
          <a:xfrm>
            <a:off x="6398028" y="3659038"/>
            <a:ext cx="2745972" cy="153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989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BCF0EB-040F-DD33-C794-11179BA8223C}"/>
              </a:ext>
            </a:extLst>
          </p:cNvPr>
          <p:cNvSpPr txBox="1"/>
          <p:nvPr/>
        </p:nvSpPr>
        <p:spPr>
          <a:xfrm>
            <a:off x="262523" y="308591"/>
            <a:ext cx="7206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Ferroelectric FET (</a:t>
            </a:r>
            <a:r>
              <a:rPr lang="en-US" dirty="0" err="1">
                <a:latin typeface="Abadi" panose="020B0604020104020204" pitchFamily="34" charset="0"/>
              </a:rPr>
              <a:t>FeFET</a:t>
            </a:r>
            <a:r>
              <a:rPr lang="en-US" dirty="0">
                <a:latin typeface="Abadi" panose="020B0604020104020204" pitchFamily="34" charset="0"/>
              </a:rPr>
              <a:t>)</a:t>
            </a:r>
            <a:endParaRPr lang="en-IN" dirty="0">
              <a:latin typeface="Abadi" panose="020B06040201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C76AD1-7C4A-E133-4BDA-7CB19AB36AFA}"/>
                  </a:ext>
                </a:extLst>
              </p:cNvPr>
              <p:cNvSpPr txBox="1"/>
              <p:nvPr/>
            </p:nvSpPr>
            <p:spPr>
              <a:xfrm>
                <a:off x="262523" y="1040416"/>
                <a:ext cx="4999590" cy="5186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1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badi" panose="020B0604020104020204" pitchFamily="34" charset="0"/>
                  </a:rPr>
                  <a:t>Concept </a:t>
                </a:r>
              </a:p>
              <a:p>
                <a:pPr marL="285750" indent="-285750" algn="just">
                  <a:buFont typeface="Courier New" panose="02070309020205020404" pitchFamily="49" charset="0"/>
                  <a:buChar char="o"/>
                </a:pPr>
                <a:r>
                  <a:rPr lang="en-IN" sz="1500" dirty="0">
                    <a:latin typeface="Abadi" panose="020B0604020104020204" pitchFamily="34" charset="0"/>
                  </a:rPr>
                  <a:t>A </a:t>
                </a:r>
                <a:r>
                  <a:rPr lang="en-IN" sz="1500" dirty="0" err="1">
                    <a:latin typeface="Abadi" panose="020B0604020104020204" pitchFamily="34" charset="0"/>
                  </a:rPr>
                  <a:t>FeFET</a:t>
                </a:r>
                <a:r>
                  <a:rPr lang="en-IN" sz="1500" dirty="0">
                    <a:latin typeface="Abadi" panose="020B0604020104020204" pitchFamily="34" charset="0"/>
                  </a:rPr>
                  <a:t> replaces the gate with hafnium-oxide based ferroelectric, storing charge via remanent polarization (±Pᵣ). [6]</a:t>
                </a:r>
              </a:p>
              <a:p>
                <a:pPr marL="285750" indent="-285750" algn="just">
                  <a:buFont typeface="Courier New" panose="02070309020205020404" pitchFamily="49" charset="0"/>
                  <a:buChar char="o"/>
                </a:pPr>
                <a:r>
                  <a:rPr lang="en-US" sz="1500" dirty="0">
                    <a:latin typeface="Abadi" panose="020B0604020104020204" pitchFamily="34" charset="0"/>
                  </a:rPr>
                  <a:t>When voltage is applied, dipoles align, creating two stable polarizations ± Pᵣ. These shift the threshold voltage: logic “1” = +Pᵣ, “0” = –Pᵣ [6]</a:t>
                </a:r>
                <a:endParaRPr lang="en-IN" sz="1500" dirty="0">
                  <a:latin typeface="Abadi" panose="020B0604020104020204" pitchFamily="34" charset="0"/>
                </a:endParaRPr>
              </a:p>
              <a:p>
                <a:pPr algn="just"/>
                <a:r>
                  <a:rPr lang="en-IN" sz="1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badi" panose="020B0604020104020204" pitchFamily="34" charset="0"/>
                  </a:rPr>
                  <a:t>Physics </a:t>
                </a:r>
              </a:p>
              <a:p>
                <a:pPr marL="285750" indent="-285750" algn="just">
                  <a:buFont typeface="Courier New" panose="02070309020205020404" pitchFamily="49" charset="0"/>
                  <a:buChar char="o"/>
                </a:pPr>
                <a:r>
                  <a:rPr lang="en-IN" sz="1500" dirty="0">
                    <a:latin typeface="Abadi" panose="020B0604020104020204" pitchFamily="34" charset="0"/>
                  </a:rPr>
                  <a:t>Ferroelectric </a:t>
                </a:r>
                <a:r>
                  <a:rPr lang="en-IN" sz="1500" dirty="0" err="1">
                    <a:latin typeface="Abadi" panose="020B0604020104020204" pitchFamily="34" charset="0"/>
                  </a:rPr>
                  <a:t>behavior</a:t>
                </a:r>
                <a:r>
                  <a:rPr lang="en-IN" sz="1500" dirty="0">
                    <a:latin typeface="Abadi" panose="020B0604020104020204" pitchFamily="34" charset="0"/>
                  </a:rPr>
                  <a:t> follows the Landau–Devonshire model: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IN" sz="1500" b="0" i="1" smtClean="0">
                        <a:latin typeface="Cambria Math" panose="02040503050406030204" pitchFamily="18" charset="0"/>
                      </a:rPr>
                      <m:t>                             </m:t>
                    </m:r>
                    <m:r>
                      <a:rPr lang="en-IN" sz="15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ar-AE" sz="15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500" b="0" i="1" smtClean="0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ar-AE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15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500" b="0" i="1" smtClean="0">
                        <a:latin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ar-AE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sz="15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ar-AE" sz="15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500" b="0" i="1" smtClean="0">
                        <a:latin typeface="Cambria Math" panose="02040503050406030204" pitchFamily="18" charset="0"/>
                      </a:rPr>
                      <m:t>𝛾</m:t>
                    </m:r>
                    <m:sSup>
                      <m:sSupPr>
                        <m:ctrlPr>
                          <a:rPr lang="ar-AE" sz="1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sz="15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ar-AE" sz="1500" b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500" b="0" i="1" smtClean="0">
                        <a:latin typeface="Cambria Math" panose="02040503050406030204" pitchFamily="18" charset="0"/>
                      </a:rPr>
                      <m:t>𝐸𝑃</m:t>
                    </m:r>
                  </m:oMath>
                </a14:m>
                <a:r>
                  <a:rPr lang="en-IN" sz="1500" dirty="0">
                    <a:latin typeface="Abadi" panose="020B0604020104020204" pitchFamily="34" charset="0"/>
                  </a:rPr>
                  <a:t>   </a:t>
                </a:r>
              </a:p>
              <a:p>
                <a:pPr marL="285750" indent="-285750" algn="just">
                  <a:buFont typeface="Courier New" panose="02070309020205020404" pitchFamily="49" charset="0"/>
                  <a:buChar char="o"/>
                </a:pPr>
                <a:r>
                  <a:rPr lang="en-IN" sz="1500" dirty="0">
                    <a:latin typeface="Abadi" panose="020B0604020104020204" pitchFamily="34" charset="0"/>
                  </a:rPr>
                  <a:t>Negative curvature in </a:t>
                </a:r>
                <a14:m>
                  <m:oMath xmlns:m="http://schemas.openxmlformats.org/officeDocument/2006/math">
                    <m:r>
                      <a:rPr lang="en-IN" sz="1500" b="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500" b="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ar-AE" sz="1500" dirty="0">
                    <a:latin typeface="Abadi" panose="020B0604020104020204" pitchFamily="34" charset="0"/>
                  </a:rPr>
                  <a:t>→</a:t>
                </a:r>
                <a:r>
                  <a:rPr lang="en-IN" sz="1500" dirty="0">
                    <a:latin typeface="Abadi" panose="020B0604020104020204" pitchFamily="34" charset="0"/>
                  </a:rPr>
                  <a:t>negative capacitance region →voltage </a:t>
                </a:r>
                <a:r>
                  <a:rPr lang="en-IN" sz="1500" dirty="0" err="1">
                    <a:latin typeface="Abadi" panose="020B0604020104020204" pitchFamily="34" charset="0"/>
                  </a:rPr>
                  <a:t>amplification→steep</a:t>
                </a:r>
                <a:r>
                  <a:rPr lang="en-IN" sz="1500" dirty="0">
                    <a:latin typeface="Abadi" panose="020B0604020104020204" pitchFamily="34" charset="0"/>
                  </a:rPr>
                  <a:t> SS slope </a:t>
                </a:r>
                <a:r>
                  <a:rPr lang="el-GR" sz="1400" dirty="0"/>
                  <a:t>≈</a:t>
                </a:r>
                <a:r>
                  <a:rPr lang="en-IN" sz="1400" dirty="0"/>
                  <a:t> </a:t>
                </a:r>
                <a:r>
                  <a:rPr lang="en-IN" sz="1500" dirty="0">
                    <a:latin typeface="Abadi" panose="020B0604020104020204" pitchFamily="34" charset="0"/>
                  </a:rPr>
                  <a:t>60 mV/dec. </a:t>
                </a:r>
              </a:p>
              <a:p>
                <a:pPr algn="just"/>
                <a:r>
                  <a:rPr lang="en-IN" sz="1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badi" panose="020B0604020104020204" pitchFamily="34" charset="0"/>
                  </a:rPr>
                  <a:t>Key Points </a:t>
                </a:r>
              </a:p>
              <a:p>
                <a:pPr marL="285750" indent="-285750" algn="just">
                  <a:buFont typeface="Courier New" panose="02070309020205020404" pitchFamily="49" charset="0"/>
                  <a:buChar char="o"/>
                </a:pPr>
                <a:r>
                  <a:rPr lang="en-IN" sz="1500" dirty="0">
                    <a:latin typeface="Abadi" panose="020B0604020104020204" pitchFamily="34" charset="0"/>
                  </a:rPr>
                  <a:t>Advantages: Non-volatile logic, faster switching, lower VDD (~0.3–0.5 V).</a:t>
                </a:r>
              </a:p>
              <a:p>
                <a:pPr marL="285750" indent="-285750" algn="just">
                  <a:buFont typeface="Courier New" panose="02070309020205020404" pitchFamily="49" charset="0"/>
                  <a:buChar char="o"/>
                </a:pPr>
                <a:r>
                  <a:rPr lang="en-IN" sz="1500" dirty="0">
                    <a:latin typeface="Abadi" panose="020B0604020104020204" pitchFamily="34" charset="0"/>
                  </a:rPr>
                  <a:t>Limitations: Retention loss, interface traps, weaker electrostatics in planar/</a:t>
                </a:r>
                <a:r>
                  <a:rPr lang="en-IN" sz="1500" dirty="0" err="1">
                    <a:latin typeface="Abadi" panose="020B0604020104020204" pitchFamily="34" charset="0"/>
                  </a:rPr>
                  <a:t>FinFET</a:t>
                </a:r>
                <a:r>
                  <a:rPr lang="en-IN" sz="1500" dirty="0">
                    <a:latin typeface="Abadi" panose="020B0604020104020204" pitchFamily="34" charset="0"/>
                  </a:rPr>
                  <a:t>.</a:t>
                </a:r>
              </a:p>
              <a:p>
                <a:endParaRPr lang="en-IN" sz="1400" dirty="0">
                  <a:latin typeface="Abadi" panose="020B0604020104020204" pitchFamily="34" charset="0"/>
                </a:endParaRPr>
              </a:p>
              <a:p>
                <a:endParaRPr lang="en-IN" sz="1600" dirty="0">
                  <a:latin typeface="Abadi" panose="020B0604020104020204" pitchFamily="34" charset="0"/>
                </a:endParaRPr>
              </a:p>
              <a:p>
                <a:pPr>
                  <a:buNone/>
                </a:pPr>
                <a:endParaRPr lang="en-US" sz="1600" b="1" dirty="0">
                  <a:latin typeface="Abadi" panose="020B0604020104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C76AD1-7C4A-E133-4BDA-7CB19AB36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23" y="1040416"/>
                <a:ext cx="4999590" cy="5186035"/>
              </a:xfrm>
              <a:prstGeom prst="rect">
                <a:avLst/>
              </a:prstGeom>
              <a:blipFill>
                <a:blip r:embed="rId2"/>
                <a:stretch>
                  <a:fillRect l="-488" t="-353" r="-4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9682" name="Picture 2" descr="FeFET (a) structure and (b) equivalent circuit. | Download Scientific  Diagram">
            <a:extLst>
              <a:ext uri="{FF2B5EF4-FFF2-40B4-BE49-F238E27FC236}">
                <a16:creationId xmlns:a16="http://schemas.microsoft.com/office/drawing/2014/main" id="{CE5A1F3A-F524-A5CB-FDF8-ED6A09FFE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202" y="1040416"/>
            <a:ext cx="3371479" cy="1692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6C06D1-2838-14F0-9499-1F8994EF3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444" y="3129469"/>
            <a:ext cx="3602798" cy="16123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10ADB3-2024-0A52-799A-2DAC1594712C}"/>
              </a:ext>
            </a:extLst>
          </p:cNvPr>
          <p:cNvSpPr txBox="1"/>
          <p:nvPr/>
        </p:nvSpPr>
        <p:spPr>
          <a:xfrm>
            <a:off x="5900320" y="4741843"/>
            <a:ext cx="13273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badi" panose="020B0604020104020204" pitchFamily="34" charset="0"/>
              </a:rPr>
              <a:t>+Pᵣ state</a:t>
            </a:r>
            <a:endParaRPr lang="en-IN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73CBB-C1C7-6ABC-ACE4-109F4704BC88}"/>
              </a:ext>
            </a:extLst>
          </p:cNvPr>
          <p:cNvSpPr txBox="1"/>
          <p:nvPr/>
        </p:nvSpPr>
        <p:spPr>
          <a:xfrm>
            <a:off x="7798920" y="4741843"/>
            <a:ext cx="10397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badi" panose="020B0604020104020204" pitchFamily="34" charset="0"/>
              </a:rPr>
              <a:t>-Pᵣ state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27036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C541D3-4A36-033F-B5BE-A1D7616DCC45}"/>
              </a:ext>
            </a:extLst>
          </p:cNvPr>
          <p:cNvSpPr txBox="1"/>
          <p:nvPr/>
        </p:nvSpPr>
        <p:spPr>
          <a:xfrm>
            <a:off x="322053" y="741299"/>
            <a:ext cx="9241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Ferroelectric Nanosheet FET (Fe-NS FET):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BD798-9CAF-F7F6-74A5-22A9AB3CE4C3}"/>
              </a:ext>
            </a:extLst>
          </p:cNvPr>
          <p:cNvSpPr txBox="1"/>
          <p:nvPr/>
        </p:nvSpPr>
        <p:spPr>
          <a:xfrm>
            <a:off x="322053" y="1674672"/>
            <a:ext cx="491130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Features:</a:t>
            </a:r>
            <a:endParaRPr lang="en-IN" sz="1600" b="1" dirty="0">
              <a:latin typeface="Abadi" panose="020B0604020104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latin typeface="Abadi" panose="020B0604020104020204" pitchFamily="34" charset="0"/>
              </a:rPr>
              <a:t>Metal Gate: </a:t>
            </a:r>
            <a:r>
              <a:rPr lang="en-IN" sz="1600" dirty="0">
                <a:latin typeface="Abadi" panose="020B0604020104020204" pitchFamily="34" charset="0"/>
              </a:rPr>
              <a:t>provides work-function tuning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badi" panose="020B0604020104020204" pitchFamily="34" charset="0"/>
              </a:rPr>
              <a:t>Ferroelectric Layer:</a:t>
            </a:r>
            <a:r>
              <a:rPr lang="en-US" sz="1600" dirty="0">
                <a:latin typeface="Abadi" panose="020B0604020104020204" pitchFamily="34" charset="0"/>
              </a:rPr>
              <a:t> switchable polarization (± Pᵣ)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latin typeface="Abadi" panose="020B0604020104020204" pitchFamily="34" charset="0"/>
              </a:rPr>
              <a:t>Interfacial Oxide:</a:t>
            </a:r>
            <a:r>
              <a:rPr lang="en-IN" sz="1600" dirty="0">
                <a:latin typeface="Abadi" panose="020B0604020104020204" pitchFamily="34" charset="0"/>
              </a:rPr>
              <a:t> ensures stability &amp; leakage suppression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badi" panose="020B0604020104020204" pitchFamily="34" charset="0"/>
              </a:rPr>
              <a:t>Nanosheet Channel:</a:t>
            </a:r>
            <a:r>
              <a:rPr lang="en-US" sz="1600" dirty="0">
                <a:latin typeface="Abadi" panose="020B0604020104020204" pitchFamily="34" charset="0"/>
              </a:rPr>
              <a:t> high mobility Si/SiGe stacked layers fully enclosed by gate</a:t>
            </a:r>
          </a:p>
          <a:p>
            <a:pPr algn="just"/>
            <a:r>
              <a:rPr lang="en-I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Combining both  GAA and Ferroelectric   provides: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Abadi" panose="020B0604020104020204" pitchFamily="34" charset="0"/>
              </a:rPr>
              <a:t>GAA geometry → perfect electrostatics &amp;     scalability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Abadi" panose="020B0604020104020204" pitchFamily="34" charset="0"/>
              </a:rPr>
              <a:t>Ferroelectric gate → new functionality: non-volatile   polarization &amp; voltage gain</a:t>
            </a:r>
          </a:p>
          <a:p>
            <a:pPr algn="just"/>
            <a:endParaRPr lang="en-IN" sz="1400" b="1" dirty="0">
              <a:latin typeface="Abadi" panose="020B0604020104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997F7ED-92D2-3402-F25C-CE7C554FB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202" y="2047734"/>
            <a:ext cx="3264745" cy="27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09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B1362-1796-787D-8B56-ED094FCB8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6E097C-A8A5-CD27-8C26-236A9951B52B}"/>
              </a:ext>
            </a:extLst>
          </p:cNvPr>
          <p:cNvSpPr txBox="1"/>
          <p:nvPr/>
        </p:nvSpPr>
        <p:spPr>
          <a:xfrm>
            <a:off x="1792686" y="2365618"/>
            <a:ext cx="556054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Century Schoolbook"/>
                <a:ea typeface="MS PGothic"/>
              </a:rPr>
              <a:t>MATERIALS &amp; MULTIFERROIC CONTROL</a:t>
            </a:r>
            <a:endParaRPr lang="en-US" sz="3200" b="1">
              <a:solidFill>
                <a:schemeClr val="bg1"/>
              </a:solidFill>
              <a:latin typeface="Century Schoolbook"/>
            </a:endParaRPr>
          </a:p>
        </p:txBody>
      </p:sp>
    </p:spTree>
    <p:extLst>
      <p:ext uri="{BB962C8B-B14F-4D97-AF65-F5344CB8AC3E}">
        <p14:creationId xmlns:p14="http://schemas.microsoft.com/office/powerpoint/2010/main" val="51167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6A42DED9-FC3E-EDF2-7E27-ED5F4AC93AF7}"/>
              </a:ext>
            </a:extLst>
          </p:cNvPr>
          <p:cNvSpPr txBox="1">
            <a:spLocks/>
          </p:cNvSpPr>
          <p:nvPr/>
        </p:nvSpPr>
        <p:spPr bwMode="auto">
          <a:xfrm>
            <a:off x="231775" y="319088"/>
            <a:ext cx="7153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Abadi" panose="020B0604020104020204" pitchFamily="34" charset="0"/>
                <a:ea typeface="Frutiger LT 55 Roman" pitchFamily="34" charset="0"/>
                <a:cs typeface="MS PGothic" panose="020B0600070205080204" pitchFamily="34" charset="-128"/>
              </a:rPr>
              <a:t>Recent advancements in Ferroelectric Materials </a:t>
            </a:r>
          </a:p>
        </p:txBody>
      </p:sp>
      <p:sp>
        <p:nvSpPr>
          <p:cNvPr id="65539" name="Text Placeholder 3">
            <a:extLst>
              <a:ext uri="{FF2B5EF4-FFF2-40B4-BE49-F238E27FC236}">
                <a16:creationId xmlns:a16="http://schemas.microsoft.com/office/drawing/2014/main" id="{3ECA95CA-38DA-CCAB-38A9-8C57B4B90DCF}"/>
              </a:ext>
            </a:extLst>
          </p:cNvPr>
          <p:cNvSpPr txBox="1">
            <a:spLocks/>
          </p:cNvSpPr>
          <p:nvPr/>
        </p:nvSpPr>
        <p:spPr bwMode="auto">
          <a:xfrm>
            <a:off x="490538" y="6151563"/>
            <a:ext cx="7772400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 sz="1600">
              <a:solidFill>
                <a:srgbClr val="023E7C"/>
              </a:solidFill>
              <a:latin typeface="Frutiger LT 55 Roman" pitchFamily="34" charset="0"/>
            </a:endParaRPr>
          </a:p>
        </p:txBody>
      </p:sp>
      <p:sp>
        <p:nvSpPr>
          <p:cNvPr id="66564" name="Rectangle 1">
            <a:extLst>
              <a:ext uri="{FF2B5EF4-FFF2-40B4-BE49-F238E27FC236}">
                <a16:creationId xmlns:a16="http://schemas.microsoft.com/office/drawing/2014/main" id="{74B82AFC-934F-C31C-6B4C-089E6698C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67" y="814600"/>
            <a:ext cx="5266884" cy="557505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marL="0" indent="0">
              <a:lnSpc>
                <a:spcPct val="150000"/>
              </a:lnSpc>
              <a:defRPr/>
            </a:pPr>
            <a:r>
              <a:rPr lang="en-SG" altLang="en-US" sz="1800">
                <a:solidFill>
                  <a:schemeClr val="tx2">
                    <a:lumMod val="60000"/>
                    <a:lumOff val="40000"/>
                  </a:schemeClr>
                </a:solidFill>
                <a:latin typeface="Abadi"/>
                <a:ea typeface="MS PGothic"/>
              </a:rPr>
              <a:t>SMO Compounds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SG" altLang="en-US" sz="1600">
                <a:latin typeface="Abadi"/>
                <a:ea typeface="MS PGothic"/>
              </a:rPr>
              <a:t>SMO based compounds such as SrMnO3, a perovskite multifunctional oxide material are ideal candidates for next generation memory. [7]</a:t>
            </a:r>
            <a:endParaRPr lang="en-SG" altLang="en-US" sz="1600">
              <a:latin typeface="Abadi" panose="020B0604020104020204" pitchFamily="34" charset="0"/>
            </a:endParaRP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SG" altLang="en-US" sz="1600">
                <a:latin typeface="Abadi" panose="020B0604020104020204" pitchFamily="34" charset="0"/>
              </a:rPr>
              <a:t>They have strong ferroelectric behaviour and exhibit spontaneous polarization which can be reversed when electric field is applied. </a:t>
            </a:r>
            <a:r>
              <a:rPr lang="en-US" sz="1600">
                <a:latin typeface="Abadi" panose="020B0604020104020204" pitchFamily="34" charset="0"/>
              </a:rPr>
              <a:t>This also allows to store large amount of data per volume.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SG" altLang="en-US" sz="1600">
                <a:latin typeface="Abadi" panose="020B0604020104020204" pitchFamily="34" charset="0"/>
              </a:rPr>
              <a:t>They also exhibit ferromagnetic properties which helps us to encode data in both electric and magnetic states enhancing functionality and speed.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SG" altLang="en-US" sz="1600">
                <a:latin typeface="Abadi" panose="020B0604020104020204" pitchFamily="34" charset="0"/>
              </a:rPr>
              <a:t>The main challenge is maintaining or optimizing the multiferroic properties as material dimensions reach nanoscale. 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SG" altLang="en-US" sz="1600">
                <a:latin typeface="Abadi" panose="020B0604020104020204" pitchFamily="34" charset="0"/>
              </a:rPr>
              <a:t>It is crucial to understand the material properties under external stimuli (temperature, pressure, strain, electric fields), over dimensionality (nanosheets) and internal composition (doping, defects, strain).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  <a:defRPr/>
            </a:pPr>
            <a:endParaRPr lang="en-SG" altLang="en-US">
              <a:latin typeface="Frutiger LT 55 Roman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14C6EA-46BD-57BE-7D07-63CB1871FEF2}"/>
              </a:ext>
            </a:extLst>
          </p:cNvPr>
          <p:cNvSpPr txBox="1"/>
          <p:nvPr/>
        </p:nvSpPr>
        <p:spPr>
          <a:xfrm>
            <a:off x="494270" y="6147486"/>
            <a:ext cx="7177215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Rui He, </a:t>
            </a:r>
            <a:r>
              <a:rPr lang="en-US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Inpyo</a:t>
            </a:r>
            <a:r>
              <a:rPr lang="en-US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 Hong, Sangmo Kim, Chung Wung Bark, Review on recent developments in the ferroelectric material SrMnO3</a:t>
            </a:r>
            <a:endParaRPr lang="en-US" sz="1050"/>
          </a:p>
          <a:p>
            <a:pPr algn="ctr"/>
            <a:endParaRPr lang="en-US"/>
          </a:p>
        </p:txBody>
      </p:sp>
      <p:pic>
        <p:nvPicPr>
          <p:cNvPr id="4" name="Picture 3" descr="A diagram of a molecule&#10;&#10;AI-generated content may be incorrect.">
            <a:extLst>
              <a:ext uri="{FF2B5EF4-FFF2-40B4-BE49-F238E27FC236}">
                <a16:creationId xmlns:a16="http://schemas.microsoft.com/office/drawing/2014/main" id="{537AA154-567C-C0A1-5CE4-3D7250A1F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284" y="1610412"/>
            <a:ext cx="3312381" cy="3055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C4015E-6FBC-A008-0FEA-1049D63BC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4704" y="4663175"/>
            <a:ext cx="118974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IN" altLang="en-US" sz="900" b="1">
                <a:latin typeface="Cambria"/>
                <a:ea typeface="MS PGothic"/>
              </a:rPr>
              <a:t>6H SMO compound</a:t>
            </a:r>
            <a:endParaRPr lang="en-US" sz="2800" err="1"/>
          </a:p>
        </p:txBody>
      </p:sp>
    </p:spTree>
    <p:extLst>
      <p:ext uri="{BB962C8B-B14F-4D97-AF65-F5344CB8AC3E}">
        <p14:creationId xmlns:p14="http://schemas.microsoft.com/office/powerpoint/2010/main" val="3449283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FED7C013-A822-C68F-8816-B9C425CF0E82}"/>
              </a:ext>
            </a:extLst>
          </p:cNvPr>
          <p:cNvSpPr txBox="1">
            <a:spLocks/>
          </p:cNvSpPr>
          <p:nvPr/>
        </p:nvSpPr>
        <p:spPr bwMode="auto">
          <a:xfrm>
            <a:off x="231775" y="319088"/>
            <a:ext cx="7153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Abadi"/>
                <a:ea typeface="Frutiger LT 55 Roman" pitchFamily="34" charset="0"/>
                <a:cs typeface="MS PGothic" panose="020B0600070205080204" pitchFamily="34" charset="-128"/>
              </a:rPr>
              <a:t>Control strategies of multiferroicity </a:t>
            </a:r>
            <a:r>
              <a:rPr lang="en-US" altLang="en-US" sz="2800">
                <a:latin typeface="Baskerville Old Face"/>
                <a:ea typeface="Frutiger LT 55 Roman" pitchFamily="34" charset="0"/>
                <a:cs typeface="MS PGothic" panose="020B0600070205080204" pitchFamily="34" charset="-128"/>
              </a:rPr>
              <a:t> </a:t>
            </a:r>
          </a:p>
        </p:txBody>
      </p:sp>
      <p:sp>
        <p:nvSpPr>
          <p:cNvPr id="67587" name="Text Placeholder 3">
            <a:extLst>
              <a:ext uri="{FF2B5EF4-FFF2-40B4-BE49-F238E27FC236}">
                <a16:creationId xmlns:a16="http://schemas.microsoft.com/office/drawing/2014/main" id="{8A998FC9-3A8F-A02E-F787-4AF63C54D26B}"/>
              </a:ext>
            </a:extLst>
          </p:cNvPr>
          <p:cNvSpPr txBox="1">
            <a:spLocks/>
          </p:cNvSpPr>
          <p:nvPr/>
        </p:nvSpPr>
        <p:spPr bwMode="auto">
          <a:xfrm>
            <a:off x="490538" y="6151563"/>
            <a:ext cx="7772400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 sz="1600">
              <a:solidFill>
                <a:srgbClr val="023E7C"/>
              </a:solidFill>
              <a:latin typeface="Frutiger LT 55 Roman" pitchFamily="34" charset="0"/>
            </a:endParaRPr>
          </a:p>
        </p:txBody>
      </p:sp>
      <p:sp>
        <p:nvSpPr>
          <p:cNvPr id="66564" name="Rectangle 1">
            <a:extLst>
              <a:ext uri="{FF2B5EF4-FFF2-40B4-BE49-F238E27FC236}">
                <a16:creationId xmlns:a16="http://schemas.microsoft.com/office/drawing/2014/main" id="{DA508761-5833-C2FA-881F-67B1CDDAD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58" y="987425"/>
            <a:ext cx="5484954" cy="450892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marL="0" indent="0">
              <a:lnSpc>
                <a:spcPct val="150000"/>
              </a:lnSpc>
              <a:defRPr/>
            </a:pPr>
            <a:r>
              <a:rPr lang="en-SG" altLang="en-US" sz="1800">
                <a:solidFill>
                  <a:schemeClr val="tx2">
                    <a:lumMod val="60000"/>
                    <a:lumOff val="40000"/>
                  </a:schemeClr>
                </a:solidFill>
                <a:latin typeface="Abadi"/>
                <a:ea typeface="MS PGothic"/>
              </a:rPr>
              <a:t>Temperature, Pressure, Strain variations [7]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SG" altLang="en-US" sz="1600">
                <a:latin typeface="Abadi"/>
                <a:ea typeface="MS PGothic"/>
              </a:rPr>
              <a:t>Phase transitions of these compounds are influenced by change in temperature and pressure.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SG" altLang="en-US" sz="1600">
                <a:latin typeface="Abadi"/>
                <a:ea typeface="MS PGothic"/>
              </a:rPr>
              <a:t>Below 1035 °C in air, </a:t>
            </a:r>
            <a:r>
              <a:rPr lang="en-US" sz="1600">
                <a:latin typeface="Abadi"/>
                <a:ea typeface="MS PGothic"/>
              </a:rPr>
              <a:t>SMO is a stable four-layer hexagonal phase. </a:t>
            </a:r>
            <a:r>
              <a:rPr lang="en-US" altLang="en-US" sz="1600">
                <a:latin typeface="Abadi"/>
                <a:ea typeface="MS PGothic"/>
              </a:rPr>
              <a:t>As the temperature increases, oxygen content gradually reduces and forms vacancies which acts as charge carriers.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Oxygen deficiency also results in the enhancement of ferromagnetic coupling (Mn3+ - Mn3+).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 </a:t>
            </a:r>
            <a:r>
              <a:rPr lang="en-US" sz="1600">
                <a:latin typeface="Abadi"/>
                <a:ea typeface="MS PGothic"/>
              </a:rPr>
              <a:t>The ferroelectricity of SMO is mainly induced by epitaxial strain. SMO films grown on SrTiO3 (STO) substrates are strained due to lattice mismatch, inducing ferroelectricity.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US" sz="1600">
                <a:latin typeface="Abadi"/>
                <a:ea typeface="MS PGothic"/>
              </a:rPr>
              <a:t>Its ferroelectricity and magnetism can be further regulated by doping (such as Ca and Ba) or interface engineering.</a:t>
            </a:r>
            <a:endParaRPr lang="en-SG" altLang="en-US" sz="1600">
              <a:latin typeface="Abadi"/>
              <a:ea typeface="MS PGothic"/>
            </a:endParaRPr>
          </a:p>
        </p:txBody>
      </p:sp>
      <p:pic>
        <p:nvPicPr>
          <p:cNvPr id="67589" name="Picture 2">
            <a:extLst>
              <a:ext uri="{FF2B5EF4-FFF2-40B4-BE49-F238E27FC236}">
                <a16:creationId xmlns:a16="http://schemas.microsoft.com/office/drawing/2014/main" id="{65414E22-3938-FC0D-C03A-8B20B7A59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9457" y="849313"/>
            <a:ext cx="3002768" cy="2591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0" name="Picture 4">
            <a:extLst>
              <a:ext uri="{FF2B5EF4-FFF2-40B4-BE49-F238E27FC236}">
                <a16:creationId xmlns:a16="http://schemas.microsoft.com/office/drawing/2014/main" id="{77614158-FE9A-6DFA-D1C6-BEAB880A6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467" y="3448619"/>
            <a:ext cx="3024400" cy="2412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1" name="TextBox 5">
            <a:extLst>
              <a:ext uri="{FF2B5EF4-FFF2-40B4-BE49-F238E27FC236}">
                <a16:creationId xmlns:a16="http://schemas.microsoft.com/office/drawing/2014/main" id="{55FFE277-F9F9-1E28-CAC2-982D32DDE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8170" y="3380309"/>
            <a:ext cx="17827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IN" altLang="en-US" sz="800" b="1">
                <a:latin typeface="Cambria" panose="02040503050406030204" pitchFamily="18" charset="0"/>
              </a:rPr>
              <a:t>Phase transitions due to dt and dp</a:t>
            </a:r>
          </a:p>
        </p:txBody>
      </p:sp>
      <p:sp>
        <p:nvSpPr>
          <p:cNvPr id="67592" name="TextBox 6">
            <a:extLst>
              <a:ext uri="{FF2B5EF4-FFF2-40B4-BE49-F238E27FC236}">
                <a16:creationId xmlns:a16="http://schemas.microsoft.com/office/drawing/2014/main" id="{CAED894F-B81B-4466-491B-F187879B4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3" y="5837096"/>
            <a:ext cx="16113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IN" altLang="en-US" sz="800" b="1">
                <a:latin typeface="Cambria" panose="02040503050406030204" pitchFamily="18" charset="0"/>
              </a:rPr>
              <a:t>Effect of strain on polarization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DF89D4-C173-18A7-F605-9BB73190BB55}"/>
              </a:ext>
            </a:extLst>
          </p:cNvPr>
          <p:cNvSpPr txBox="1"/>
          <p:nvPr/>
        </p:nvSpPr>
        <p:spPr>
          <a:xfrm>
            <a:off x="485522" y="6149947"/>
            <a:ext cx="7899849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0" i="0" u="none" strike="noStrike" baseline="0" dirty="0">
                <a:solidFill>
                  <a:srgbClr val="000000"/>
                </a:solidFill>
                <a:latin typeface="Abadi"/>
                <a:ea typeface="Abadi"/>
                <a:cs typeface="Abadi"/>
              </a:rPr>
              <a:t>Rui He, </a:t>
            </a:r>
            <a:r>
              <a:rPr lang="en-US" sz="1050" b="0" i="0" u="none" strike="noStrike" baseline="0" dirty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Inpyo</a:t>
            </a:r>
            <a:r>
              <a:rPr lang="en-US" sz="1050" b="0" i="0" u="none" strike="noStrike" baseline="0" dirty="0">
                <a:solidFill>
                  <a:srgbClr val="000000"/>
                </a:solidFill>
                <a:latin typeface="Abadi"/>
                <a:ea typeface="Abadi"/>
                <a:cs typeface="Abadi"/>
              </a:rPr>
              <a:t> Hong, Sangmo Kim, Chung Wung Bark, Review on recent developments in the ferroelectric material SrMnO3</a:t>
            </a:r>
            <a:endParaRPr lang="en-US" sz="1050" dirty="0">
              <a:latin typeface="Abadi"/>
            </a:endParaRPr>
          </a:p>
          <a:p>
            <a:pPr algn="ctr"/>
            <a:endParaRPr lang="en-US" sz="1050" dirty="0"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1294302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F64FF251-438D-B7E9-4F4F-3E4300B5611B}"/>
              </a:ext>
            </a:extLst>
          </p:cNvPr>
          <p:cNvSpPr txBox="1">
            <a:spLocks/>
          </p:cNvSpPr>
          <p:nvPr/>
        </p:nvSpPr>
        <p:spPr bwMode="auto">
          <a:xfrm>
            <a:off x="231775" y="319088"/>
            <a:ext cx="7153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Abadi"/>
                <a:ea typeface="Frutiger LT 55 Roman" pitchFamily="34" charset="0"/>
                <a:cs typeface="MS PGothic" panose="020B0600070205080204" pitchFamily="34" charset="-128"/>
              </a:rPr>
              <a:t>Control strategies of multiferroicity</a:t>
            </a:r>
            <a:r>
              <a:rPr lang="en-US" altLang="en-US" sz="2800">
                <a:latin typeface="Baskerville Old Face"/>
                <a:ea typeface="Frutiger LT 55 Roman" pitchFamily="34" charset="0"/>
                <a:cs typeface="MS PGothic" panose="020B0600070205080204" pitchFamily="34" charset="-128"/>
              </a:rPr>
              <a:t>  </a:t>
            </a:r>
          </a:p>
        </p:txBody>
      </p:sp>
      <p:sp>
        <p:nvSpPr>
          <p:cNvPr id="69635" name="Text Placeholder 3">
            <a:extLst>
              <a:ext uri="{FF2B5EF4-FFF2-40B4-BE49-F238E27FC236}">
                <a16:creationId xmlns:a16="http://schemas.microsoft.com/office/drawing/2014/main" id="{64E2F398-3691-84EC-4A6D-3C4A2C1C60B4}"/>
              </a:ext>
            </a:extLst>
          </p:cNvPr>
          <p:cNvSpPr txBox="1">
            <a:spLocks/>
          </p:cNvSpPr>
          <p:nvPr/>
        </p:nvSpPr>
        <p:spPr bwMode="auto">
          <a:xfrm>
            <a:off x="490538" y="6151563"/>
            <a:ext cx="7772400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 sz="1600">
              <a:solidFill>
                <a:srgbClr val="023E7C"/>
              </a:solidFill>
              <a:latin typeface="Frutiger LT 55 Roman" pitchFamily="34" charset="0"/>
            </a:endParaRPr>
          </a:p>
        </p:txBody>
      </p:sp>
      <p:sp>
        <p:nvSpPr>
          <p:cNvPr id="66564" name="Rectangle 1">
            <a:extLst>
              <a:ext uri="{FF2B5EF4-FFF2-40B4-BE49-F238E27FC236}">
                <a16:creationId xmlns:a16="http://schemas.microsoft.com/office/drawing/2014/main" id="{F6F9ED66-7CEC-83BB-02D7-6B9E50892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987425"/>
            <a:ext cx="8424863" cy="22313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marL="0" indent="0">
              <a:lnSpc>
                <a:spcPct val="150000"/>
              </a:lnSpc>
              <a:defRPr/>
            </a:pPr>
            <a:r>
              <a:rPr lang="en-SG" altLang="en-US" sz="1800">
                <a:solidFill>
                  <a:schemeClr val="tx2">
                    <a:lumMod val="60000"/>
                    <a:lumOff val="40000"/>
                  </a:schemeClr>
                </a:solidFill>
                <a:latin typeface="Abadi"/>
                <a:ea typeface="MS PGothic"/>
              </a:rPr>
              <a:t>Epitaxial Growth Techniques [7]</a:t>
            </a:r>
          </a:p>
          <a:p>
            <a:pPr marL="0" indent="0">
              <a:defRPr/>
            </a:pPr>
            <a:r>
              <a:rPr lang="en-SG" altLang="en-US" sz="1600">
                <a:latin typeface="Abadi"/>
                <a:ea typeface="MS PGothic"/>
              </a:rPr>
              <a:t>Vast amount of research is being carrying out for tailing properties through growth control on thin films. 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SG" altLang="en-US" sz="1600" u="sng">
                <a:latin typeface="Abadi"/>
                <a:ea typeface="MS PGothic"/>
              </a:rPr>
              <a:t>Pulsed Laser Deposition:</a:t>
            </a:r>
            <a:r>
              <a:rPr lang="en-SG" altLang="en-US" sz="1600">
                <a:latin typeface="Abadi"/>
                <a:ea typeface="MS PGothic"/>
              </a:rPr>
              <a:t> </a:t>
            </a:r>
            <a:r>
              <a:rPr lang="en-US" sz="1600">
                <a:latin typeface="Abadi"/>
                <a:ea typeface="MS PGothic"/>
              </a:rPr>
              <a:t>PLD is one of the most popular methods for fabricating SMO thin films. Here, the SMO target is exposed to high-energy laser pulses, which evaporate the surface material and generate plasma. It can be used to fabricate high-quality epitaxial films on a range of substrates because it can accurately control the thickness and composition of the film.</a:t>
            </a:r>
            <a:r>
              <a:rPr lang="en-SG" altLang="en-US" sz="1600">
                <a:latin typeface="Abadi"/>
                <a:ea typeface="MS PGothic"/>
              </a:rPr>
              <a:t> </a:t>
            </a:r>
          </a:p>
        </p:txBody>
      </p:sp>
      <p:pic>
        <p:nvPicPr>
          <p:cNvPr id="3" name="Picture 2" descr="Diagram of a machine with a red oval&#10;&#10;AI-generated content may be incorrect.">
            <a:extLst>
              <a:ext uri="{FF2B5EF4-FFF2-40B4-BE49-F238E27FC236}">
                <a16:creationId xmlns:a16="http://schemas.microsoft.com/office/drawing/2014/main" id="{F19A3516-F9A3-35F1-22B4-B88B5E8BB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734" y="3218805"/>
            <a:ext cx="5029593" cy="2755573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2481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BB02-635D-73C9-8305-BDF73B647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15EB20CA-5D09-9FF5-A07C-768968EC8619}"/>
              </a:ext>
            </a:extLst>
          </p:cNvPr>
          <p:cNvSpPr txBox="1">
            <a:spLocks/>
          </p:cNvSpPr>
          <p:nvPr/>
        </p:nvSpPr>
        <p:spPr bwMode="auto">
          <a:xfrm>
            <a:off x="231775" y="319088"/>
            <a:ext cx="7153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Abadi"/>
                <a:ea typeface="Frutiger LT 55 Roman" pitchFamily="34" charset="0"/>
                <a:cs typeface="MS PGothic" panose="020B0600070205080204" pitchFamily="34" charset="-128"/>
              </a:rPr>
              <a:t>Control strategies of multiferroicity</a:t>
            </a:r>
            <a:r>
              <a:rPr lang="en-US" altLang="en-US" sz="2800">
                <a:latin typeface="Baskerville Old Face"/>
                <a:ea typeface="Frutiger LT 55 Roman" pitchFamily="34" charset="0"/>
                <a:cs typeface="MS PGothic" panose="020B0600070205080204" pitchFamily="34" charset="-128"/>
              </a:rPr>
              <a:t>  </a:t>
            </a:r>
          </a:p>
        </p:txBody>
      </p:sp>
      <p:sp>
        <p:nvSpPr>
          <p:cNvPr id="69635" name="Text Placeholder 3">
            <a:extLst>
              <a:ext uri="{FF2B5EF4-FFF2-40B4-BE49-F238E27FC236}">
                <a16:creationId xmlns:a16="http://schemas.microsoft.com/office/drawing/2014/main" id="{94D1DDEC-FF94-0343-DBA2-715CE0F48E8F}"/>
              </a:ext>
            </a:extLst>
          </p:cNvPr>
          <p:cNvSpPr txBox="1">
            <a:spLocks/>
          </p:cNvSpPr>
          <p:nvPr/>
        </p:nvSpPr>
        <p:spPr bwMode="auto">
          <a:xfrm>
            <a:off x="490538" y="6151563"/>
            <a:ext cx="7772400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 sz="1600">
              <a:solidFill>
                <a:srgbClr val="023E7C"/>
              </a:solidFill>
              <a:latin typeface="Frutiger LT 55 Roman" pitchFamily="34" charset="0"/>
            </a:endParaRPr>
          </a:p>
        </p:txBody>
      </p:sp>
      <p:sp>
        <p:nvSpPr>
          <p:cNvPr id="66564" name="Rectangle 1">
            <a:extLst>
              <a:ext uri="{FF2B5EF4-FFF2-40B4-BE49-F238E27FC236}">
                <a16:creationId xmlns:a16="http://schemas.microsoft.com/office/drawing/2014/main" id="{7EB245F6-B615-FA1D-12F3-5F561EFC9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987425"/>
            <a:ext cx="8424863" cy="2015936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marL="0" indent="0">
              <a:lnSpc>
                <a:spcPct val="150000"/>
              </a:lnSpc>
              <a:defRPr/>
            </a:pPr>
            <a:r>
              <a:rPr lang="en-SG" altLang="en-US" sz="1600">
                <a:solidFill>
                  <a:schemeClr val="tx2">
                    <a:lumMod val="60000"/>
                    <a:lumOff val="40000"/>
                  </a:schemeClr>
                </a:solidFill>
                <a:latin typeface="Abadi"/>
                <a:ea typeface="MS PGothic"/>
              </a:rPr>
              <a:t>Epitaxial Growth Techniques [7]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SG" altLang="en-US" sz="1600" u="sng">
                <a:latin typeface="Abadi"/>
                <a:ea typeface="MS PGothic"/>
              </a:rPr>
              <a:t>Molecular Beam Epitaxy:</a:t>
            </a:r>
            <a:r>
              <a:rPr lang="en-SG" altLang="en-US" sz="1600">
                <a:latin typeface="Abadi"/>
                <a:ea typeface="MS PGothic"/>
              </a:rPr>
              <a:t> MBE is used to obtain precise atomic layer growth with very good crystal quality. The substrates fabricated using MBE have an average thickness of 21.6 nm with a good control over tensile strain, polarization and magnetic properties.</a:t>
            </a:r>
          </a:p>
          <a:p>
            <a:pPr marL="359410" lvl="1" algn="just">
              <a:spcAft>
                <a:spcPts val="600"/>
              </a:spcAft>
              <a:buFont typeface="Courier New" panose="020B0604020202020204" pitchFamily="34" charset="0"/>
              <a:buChar char="o"/>
              <a:defRPr/>
            </a:pPr>
            <a:r>
              <a:rPr lang="en-SG" altLang="en-US" sz="1600" u="sng">
                <a:latin typeface="Abadi"/>
                <a:ea typeface="MS PGothic"/>
              </a:rPr>
              <a:t>Magnetron Sputtering:</a:t>
            </a:r>
            <a:r>
              <a:rPr lang="en-SG" altLang="en-US" sz="1600">
                <a:latin typeface="Abadi"/>
                <a:ea typeface="MS PGothic"/>
              </a:rPr>
              <a:t> This method is used to prepare thin films with high dielectric constants (K). </a:t>
            </a:r>
            <a:r>
              <a:rPr lang="en-US" sz="1600">
                <a:latin typeface="Abadi"/>
                <a:ea typeface="MS PGothic"/>
              </a:rPr>
              <a:t>The principle of sputtering involves ion bombardment on a target. They offer low temperature processing and controlled growth. </a:t>
            </a:r>
            <a:r>
              <a:rPr lang="en-SG" altLang="en-US" sz="1600">
                <a:latin typeface="Abadi"/>
                <a:ea typeface="MS PGothic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27825C-632C-7EC4-BBF4-DEFF0976A67A}"/>
              </a:ext>
            </a:extLst>
          </p:cNvPr>
          <p:cNvSpPr txBox="1"/>
          <p:nvPr/>
        </p:nvSpPr>
        <p:spPr>
          <a:xfrm>
            <a:off x="494270" y="6147486"/>
            <a:ext cx="8021594" cy="7181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975"/>
              </a:lnSpc>
            </a:pPr>
            <a:r>
              <a:rPr lang="en-US" sz="1050" b="0" i="0" u="none" strike="noStrike" baseline="0">
                <a:solidFill>
                  <a:srgbClr val="000000"/>
                </a:solidFill>
                <a:latin typeface="Abadi"/>
                <a:ea typeface="Segoe UI"/>
                <a:cs typeface="Segoe UI"/>
              </a:rPr>
              <a:t>Rui He, Inpyo Hong, Sangmo Kim, Chung Wung Bark, Review on recent developments in the ferroelectric material SrMnO3</a:t>
            </a:r>
            <a:r>
              <a:rPr lang="en-US" sz="1050" b="0" i="0">
                <a:solidFill>
                  <a:srgbClr val="000000"/>
                </a:solidFill>
                <a:latin typeface="Abadi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975"/>
              </a:lnSpc>
            </a:pPr>
            <a:r>
              <a:rPr lang="en-US" sz="1050" b="0" i="0">
                <a:solidFill>
                  <a:srgbClr val="000000"/>
                </a:solidFill>
                <a:latin typeface="Abadi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C1D13D-A283-251D-7F20-7B8B6E458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17" y="3000866"/>
            <a:ext cx="2890031" cy="2843754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0EAEF23E-0EA8-DAD2-A43B-6ABAE42CC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6" y="5831278"/>
            <a:ext cx="81304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IN" altLang="en-US" sz="1000" b="1">
                <a:latin typeface="Cambria"/>
                <a:ea typeface="MS PGothic"/>
              </a:rPr>
              <a:t>MBE Setup</a:t>
            </a:r>
            <a:endParaRPr lang="en-US" sz="3200"/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59EACBD5-18B9-4660-C687-61ED3C375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979" y="3029039"/>
            <a:ext cx="4799815" cy="2818829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2B26CAA2-BAD0-D89C-2401-9D115E949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5128" y="5721299"/>
            <a:ext cx="215636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IN" altLang="en-US" sz="1000" b="1">
                <a:latin typeface="Cambria"/>
                <a:ea typeface="MS PGothic"/>
              </a:rPr>
              <a:t>Magnetron Sputtering Deposition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92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02C69171-538B-3631-AB87-20C2AFBA7D40}"/>
              </a:ext>
            </a:extLst>
          </p:cNvPr>
          <p:cNvSpPr txBox="1">
            <a:spLocks/>
          </p:cNvSpPr>
          <p:nvPr/>
        </p:nvSpPr>
        <p:spPr bwMode="auto">
          <a:xfrm>
            <a:off x="231775" y="319088"/>
            <a:ext cx="7153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>
                <a:latin typeface="Abadi"/>
                <a:ea typeface="Frutiger LT 55 Roman" pitchFamily="34" charset="0"/>
                <a:cs typeface="MS PGothic" panose="020B0600070205080204" pitchFamily="34" charset="-128"/>
              </a:rPr>
              <a:t>Ferroelectric nanosheets </a:t>
            </a:r>
            <a:r>
              <a:rPr lang="en-US" altLang="en-US" sz="2800">
                <a:latin typeface="Baskerville Old Face"/>
                <a:ea typeface="Frutiger LT 55 Roman" pitchFamily="34" charset="0"/>
                <a:cs typeface="MS PGothic" panose="020B0600070205080204" pitchFamily="34" charset="-128"/>
              </a:rPr>
              <a:t> </a:t>
            </a:r>
          </a:p>
        </p:txBody>
      </p:sp>
      <p:sp>
        <p:nvSpPr>
          <p:cNvPr id="71683" name="Text Placeholder 3">
            <a:extLst>
              <a:ext uri="{FF2B5EF4-FFF2-40B4-BE49-F238E27FC236}">
                <a16:creationId xmlns:a16="http://schemas.microsoft.com/office/drawing/2014/main" id="{92C5BB24-69FC-552A-9BD5-930D7D662A3B}"/>
              </a:ext>
            </a:extLst>
          </p:cNvPr>
          <p:cNvSpPr txBox="1">
            <a:spLocks/>
          </p:cNvSpPr>
          <p:nvPr/>
        </p:nvSpPr>
        <p:spPr bwMode="auto">
          <a:xfrm>
            <a:off x="490538" y="6151563"/>
            <a:ext cx="7772400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 sz="1600">
              <a:solidFill>
                <a:srgbClr val="023E7C"/>
              </a:solidFill>
              <a:latin typeface="Frutiger LT 55 Roman" pitchFamily="34" charset="0"/>
            </a:endParaRPr>
          </a:p>
        </p:txBody>
      </p:sp>
      <p:sp>
        <p:nvSpPr>
          <p:cNvPr id="71684" name="Rectangle 1">
            <a:extLst>
              <a:ext uri="{FF2B5EF4-FFF2-40B4-BE49-F238E27FC236}">
                <a16:creationId xmlns:a16="http://schemas.microsoft.com/office/drawing/2014/main" id="{3C31BAE7-C0C4-5DB5-CD47-28AF64D53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1090613"/>
            <a:ext cx="8318500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358775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 dirty="0">
                <a:latin typeface="Abadi"/>
                <a:ea typeface="MS PGothic"/>
              </a:rPr>
              <a:t>Traditional ferro-electric materials, like PbTiO3 (PTO) and BaTiO3, the ferroelectricity becomes weak or even disappears when their thickness reaches the nanoscale due to the depolarization field. [8]</a:t>
            </a:r>
            <a:endParaRPr lang="en-US" dirty="0"/>
          </a:p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 dirty="0">
                <a:latin typeface="Abadi"/>
                <a:ea typeface="MS PGothic"/>
              </a:rPr>
              <a:t>This takes us to research on synthesis of </a:t>
            </a:r>
            <a:r>
              <a:rPr lang="en-IN" altLang="en-US" sz="1600" dirty="0">
                <a:latin typeface="Abadi"/>
                <a:ea typeface="MS PGothic"/>
              </a:rPr>
              <a:t>2D CuCrS2 nanosheets with thicknesses down to one unit cell via van der Waals epitaxy in a chemical vapor deposition (CVD) system.</a:t>
            </a:r>
          </a:p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 dirty="0">
                <a:latin typeface="Abadi"/>
                <a:ea typeface="MS PGothic"/>
              </a:rPr>
              <a:t>The crystal structure of CuCrS2 is non-</a:t>
            </a:r>
            <a:r>
              <a:rPr lang="en-US" altLang="en-US" sz="1600" dirty="0" err="1">
                <a:latin typeface="Abadi"/>
                <a:ea typeface="MS PGothic"/>
              </a:rPr>
              <a:t>centro</a:t>
            </a:r>
            <a:r>
              <a:rPr lang="en-US" altLang="en-US" sz="1600" dirty="0">
                <a:latin typeface="Abadi"/>
                <a:ea typeface="MS PGothic"/>
              </a:rPr>
              <a:t> symmetric, which can be regarded as inserting Cu atoms between 1T-CrS2 layers. </a:t>
            </a:r>
          </a:p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 dirty="0">
                <a:latin typeface="Abadi"/>
                <a:ea typeface="MS PGothic"/>
              </a:rPr>
              <a:t>The key to this process is utilizing freshly cleaved mica sheets, which have an atomically smooth and chemically inert surface, as the van der Waals epitaxial substrates. [8]</a:t>
            </a:r>
          </a:p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 dirty="0">
                <a:latin typeface="Abadi"/>
                <a:ea typeface="MS PGothic"/>
              </a:rPr>
              <a:t>A 1.8 nm nanosheet was synthesized using van der Waals epitaxy via CVD which can be used for scalable synthesis.</a:t>
            </a:r>
            <a:endParaRPr lang="en-SG" altLang="en-US" sz="1600" dirty="0">
              <a:latin typeface="Abadi"/>
              <a:ea typeface="MS P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344DB5-37D5-C555-BA2B-1A9B696C4485}"/>
              </a:ext>
            </a:extLst>
          </p:cNvPr>
          <p:cNvSpPr txBox="1"/>
          <p:nvPr/>
        </p:nvSpPr>
        <p:spPr>
          <a:xfrm>
            <a:off x="494270" y="6147486"/>
            <a:ext cx="6888891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Yangchang</a:t>
            </a:r>
            <a:r>
              <a:rPr lang="en-US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 Zhou,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Ruiqing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 Cheng, Hao Wang,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Baoxing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 Zhai, Lei Yin, Yao Wen, Yawei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Lv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 and Jun He, van der Waals Epitaxial Growth of One-Unit-Cell-Thick Ferroelectric CuCrS2 Nanosheets</a:t>
            </a:r>
            <a:endParaRPr lang="en-US" sz="1050">
              <a:latin typeface="Abadi"/>
            </a:endParaRPr>
          </a:p>
          <a:p>
            <a:pPr algn="ctr"/>
            <a:endParaRPr lang="en-US" sz="1050">
              <a:latin typeface="Abadi"/>
            </a:endParaRPr>
          </a:p>
        </p:txBody>
      </p:sp>
      <p:pic>
        <p:nvPicPr>
          <p:cNvPr id="3" name="Picture 2" descr="Several different types of nanotechnology&#10;&#10;AI-generated content may be incorrect.">
            <a:extLst>
              <a:ext uri="{FF2B5EF4-FFF2-40B4-BE49-F238E27FC236}">
                <a16:creationId xmlns:a16="http://schemas.microsoft.com/office/drawing/2014/main" id="{2C33A439-A0B6-6F3F-C06F-DA265DC6A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253" y="4134818"/>
            <a:ext cx="3101155" cy="184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67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>
            <a:extLst>
              <a:ext uri="{FF2B5EF4-FFF2-40B4-BE49-F238E27FC236}">
                <a16:creationId xmlns:a16="http://schemas.microsoft.com/office/drawing/2014/main" id="{2D40C4DC-BA77-55A8-A2C4-7E75E517E1E2}"/>
              </a:ext>
            </a:extLst>
          </p:cNvPr>
          <p:cNvSpPr txBox="1">
            <a:spLocks/>
          </p:cNvSpPr>
          <p:nvPr/>
        </p:nvSpPr>
        <p:spPr bwMode="auto">
          <a:xfrm>
            <a:off x="231775" y="319088"/>
            <a:ext cx="7153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>
                <a:latin typeface="Abadi"/>
                <a:ea typeface="Frutiger LT 55 Roman" pitchFamily="34" charset="0"/>
                <a:cs typeface="MS PGothic" panose="020B0600070205080204" pitchFamily="34" charset="-128"/>
              </a:rPr>
              <a:t>Performance of CuCrS2  </a:t>
            </a:r>
          </a:p>
        </p:txBody>
      </p:sp>
      <p:sp>
        <p:nvSpPr>
          <p:cNvPr id="73731" name="Text Placeholder 3">
            <a:extLst>
              <a:ext uri="{FF2B5EF4-FFF2-40B4-BE49-F238E27FC236}">
                <a16:creationId xmlns:a16="http://schemas.microsoft.com/office/drawing/2014/main" id="{BE421808-0F95-6B5D-036D-75C1AB3879F0}"/>
              </a:ext>
            </a:extLst>
          </p:cNvPr>
          <p:cNvSpPr txBox="1">
            <a:spLocks/>
          </p:cNvSpPr>
          <p:nvPr/>
        </p:nvSpPr>
        <p:spPr bwMode="auto">
          <a:xfrm>
            <a:off x="490538" y="6151563"/>
            <a:ext cx="7772400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 sz="1600">
              <a:solidFill>
                <a:srgbClr val="023E7C"/>
              </a:solidFill>
              <a:latin typeface="Frutiger LT 55 Roman" pitchFamily="34" charset="0"/>
            </a:endParaRPr>
          </a:p>
        </p:txBody>
      </p:sp>
      <p:sp>
        <p:nvSpPr>
          <p:cNvPr id="73732" name="Rectangle 1">
            <a:extLst>
              <a:ext uri="{FF2B5EF4-FFF2-40B4-BE49-F238E27FC236}">
                <a16:creationId xmlns:a16="http://schemas.microsoft.com/office/drawing/2014/main" id="{891B8D61-8474-AAF2-5E4E-D54D52141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1090613"/>
            <a:ext cx="863758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358775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>
                <a:latin typeface="Abadi"/>
                <a:ea typeface="MS PGothic"/>
              </a:rPr>
              <a:t>Ferroelectricity was directly measured by piezo response force microscopy (PFM) at room temperature in samples as thin as 10 nm. </a:t>
            </a:r>
            <a:endParaRPr lang="en-US"/>
          </a:p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>
                <a:latin typeface="Abadi"/>
                <a:ea typeface="MS PGothic"/>
              </a:rPr>
              <a:t>The material has a high curie temperature of approximately 700 K.</a:t>
            </a:r>
          </a:p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>
                <a:latin typeface="Abadi"/>
                <a:ea typeface="MS PGothic"/>
              </a:rPr>
              <a:t>The fabricated nanosheet exhibited a robust and stable performance proving its potential for future 2D ferroelectric memory and computing.</a:t>
            </a:r>
            <a:endParaRPr lang="en-SG" altLang="en-US" sz="1600">
              <a:latin typeface="Abadi"/>
              <a:ea typeface="MS PGothic"/>
            </a:endParaRPr>
          </a:p>
        </p:txBody>
      </p:sp>
      <p:pic>
        <p:nvPicPr>
          <p:cNvPr id="73733" name="Picture 2">
            <a:extLst>
              <a:ext uri="{FF2B5EF4-FFF2-40B4-BE49-F238E27FC236}">
                <a16:creationId xmlns:a16="http://schemas.microsoft.com/office/drawing/2014/main" id="{3A89B2C8-94E5-963E-D685-ABAA23DB0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425" y="2733675"/>
            <a:ext cx="33718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4" name="TextBox 3">
            <a:extLst>
              <a:ext uri="{FF2B5EF4-FFF2-40B4-BE49-F238E27FC236}">
                <a16:creationId xmlns:a16="http://schemas.microsoft.com/office/drawing/2014/main" id="{DDA0526F-4583-6094-7A2D-CB6CEC28D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1588" y="5826125"/>
            <a:ext cx="38331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IN" altLang="en-US" sz="800" b="1">
                <a:latin typeface="Cambria"/>
                <a:ea typeface="MS PGothic"/>
              </a:rPr>
              <a:t>I-V, conductivity-Temperature and endurance characteristics of FSJ device [8]</a:t>
            </a:r>
            <a:endParaRPr lang="en-IN" altLang="en-US" sz="800" b="1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068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01DDC934-47C0-10CB-CC09-AD9C954D9BC6}"/>
              </a:ext>
            </a:extLst>
          </p:cNvPr>
          <p:cNvSpPr txBox="1">
            <a:spLocks/>
          </p:cNvSpPr>
          <p:nvPr/>
        </p:nvSpPr>
        <p:spPr bwMode="auto">
          <a:xfrm>
            <a:off x="231775" y="319088"/>
            <a:ext cx="7153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Abadi"/>
                <a:ea typeface="Frutiger LT 55 Roman" pitchFamily="34" charset="0"/>
                <a:cs typeface="MS PGothic" panose="020B0600070205080204" pitchFamily="34" charset="-128"/>
              </a:rPr>
              <a:t>Ferroelectric nanosheets – electro strain</a:t>
            </a:r>
            <a:r>
              <a:rPr lang="en-US" altLang="en-US" sz="2800">
                <a:latin typeface="Baskerville Old Face"/>
                <a:ea typeface="Frutiger LT 55 Roman" pitchFamily="34" charset="0"/>
                <a:cs typeface="MS PGothic" panose="020B0600070205080204" pitchFamily="34" charset="-128"/>
              </a:rPr>
              <a:t> </a:t>
            </a:r>
          </a:p>
        </p:txBody>
      </p:sp>
      <p:sp>
        <p:nvSpPr>
          <p:cNvPr id="75779" name="Text Placeholder 3">
            <a:extLst>
              <a:ext uri="{FF2B5EF4-FFF2-40B4-BE49-F238E27FC236}">
                <a16:creationId xmlns:a16="http://schemas.microsoft.com/office/drawing/2014/main" id="{B5C0AF6B-CA35-830E-E18F-6954EC9D7904}"/>
              </a:ext>
            </a:extLst>
          </p:cNvPr>
          <p:cNvSpPr txBox="1">
            <a:spLocks/>
          </p:cNvSpPr>
          <p:nvPr/>
        </p:nvSpPr>
        <p:spPr bwMode="auto">
          <a:xfrm>
            <a:off x="490538" y="6151563"/>
            <a:ext cx="7772400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en-US" altLang="en-US" sz="1600">
              <a:solidFill>
                <a:srgbClr val="023E7C"/>
              </a:solidFill>
              <a:latin typeface="Frutiger LT 55 Roman" pitchFamily="34" charset="0"/>
            </a:endParaRPr>
          </a:p>
        </p:txBody>
      </p:sp>
      <p:sp>
        <p:nvSpPr>
          <p:cNvPr id="75780" name="Rectangle 1">
            <a:extLst>
              <a:ext uri="{FF2B5EF4-FFF2-40B4-BE49-F238E27FC236}">
                <a16:creationId xmlns:a16="http://schemas.microsoft.com/office/drawing/2014/main" id="{6BFAA6E5-5B6C-E535-F8EA-4C6542572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1090613"/>
            <a:ext cx="8462963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358775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>
                <a:latin typeface="Abadi"/>
                <a:ea typeface="MS PGothic"/>
              </a:rPr>
              <a:t>Generally ferroelectric materials such as lead zirconate titanate (PZT) ceramics show positive strain under electric field, piezoelectric polymer polyvinylidene fluoride (PVDF), an inorganic ceramic filler exhibits negative electro-strain. [9]</a:t>
            </a:r>
            <a:endParaRPr lang="en-US"/>
          </a:p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>
                <a:latin typeface="Abadi"/>
                <a:ea typeface="MS PGothic"/>
              </a:rPr>
              <a:t>The reason behind this is still under research, however, this unique property of this material is also an avenue explore. </a:t>
            </a:r>
          </a:p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>
                <a:latin typeface="Abadi"/>
                <a:ea typeface="MS PGothic"/>
              </a:rPr>
              <a:t>The addition of dopants like PVDF has improved the control of negative strain by about 91% which in turn increased the polarization by about 22%.</a:t>
            </a:r>
          </a:p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>
                <a:latin typeface="Abadi"/>
                <a:ea typeface="MS PGothic"/>
              </a:rPr>
              <a:t>The reason behind this negative strain property of PVTF along with PTO nanosheets is the interaction between them altering their molecular chain arrangement in the amorphous phase enhancing contraction effect.</a:t>
            </a:r>
          </a:p>
          <a:p>
            <a:pPr lvl="1" algn="just">
              <a:spcAft>
                <a:spcPts val="600"/>
              </a:spcAft>
              <a:buFont typeface="Courier New" panose="020B0604020202020204" pitchFamily="34" charset="0"/>
              <a:buChar char="o"/>
            </a:pPr>
            <a:r>
              <a:rPr lang="en-US" altLang="en-US" sz="1600">
                <a:latin typeface="Abadi"/>
                <a:ea typeface="MS PGothic"/>
              </a:rPr>
              <a:t>There is also an increase in the degree of crystallinity (</a:t>
            </a:r>
            <a:r>
              <a:rPr lang="en-US" altLang="en-US" sz="1600" err="1">
                <a:latin typeface="Abadi"/>
                <a:ea typeface="MS PGothic"/>
              </a:rPr>
              <a:t>Xc</a:t>
            </a:r>
            <a:r>
              <a:rPr lang="en-US" altLang="en-US" sz="1600">
                <a:latin typeface="Abadi"/>
                <a:ea typeface="MS PGothic"/>
              </a:rPr>
              <a:t>) is observed in the doped nanosheet indicating that in-situ electrostatic field is very effective thereby increasing the controllability of the ferroelectric device.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6FCED-22A8-54B6-501C-6692EDF05127}"/>
              </a:ext>
            </a:extLst>
          </p:cNvPr>
          <p:cNvSpPr txBox="1"/>
          <p:nvPr/>
        </p:nvSpPr>
        <p:spPr>
          <a:xfrm>
            <a:off x="494270" y="6137189"/>
            <a:ext cx="7753864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Kaiqi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 Zhu, Fu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Lv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,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Jiamin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 Lin,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Ziajian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 Hong,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Yonngjun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 Wu, Yuhui Huang, Optimization of electro-strain and ferroelectric properties of P (VDF-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TrFe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) films under the synergistic effect of PTO nanosheets and in-situ electrostatic field</a:t>
            </a:r>
            <a:endParaRPr lang="en-US" sz="1050">
              <a:latin typeface="Abadi"/>
            </a:endParaRPr>
          </a:p>
          <a:p>
            <a:pPr algn="ctr"/>
            <a:endParaRPr lang="en-US" sz="1050"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1777047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>
            <a:extLst>
              <a:ext uri="{FF2B5EF4-FFF2-40B4-BE49-F238E27FC236}">
                <a16:creationId xmlns:a16="http://schemas.microsoft.com/office/drawing/2014/main" id="{AF62B7F7-F65C-0E86-AEDA-C0DE9FF43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763" y="3167063"/>
            <a:ext cx="3336925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7" name="TextBox 3">
            <a:extLst>
              <a:ext uri="{FF2B5EF4-FFF2-40B4-BE49-F238E27FC236}">
                <a16:creationId xmlns:a16="http://schemas.microsoft.com/office/drawing/2014/main" id="{D6DB1D10-DF33-8C6C-76D1-5512C0C44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938" y="5756275"/>
            <a:ext cx="27559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IN" altLang="en-US" sz="800" b="1">
                <a:latin typeface="Cambria" panose="02040503050406030204" pitchFamily="18" charset="0"/>
              </a:rPr>
              <a:t>Negative strain values of PVTF-PTO piezo electric films</a:t>
            </a:r>
          </a:p>
        </p:txBody>
      </p:sp>
      <p:pic>
        <p:nvPicPr>
          <p:cNvPr id="77828" name="Picture 5">
            <a:extLst>
              <a:ext uri="{FF2B5EF4-FFF2-40B4-BE49-F238E27FC236}">
                <a16:creationId xmlns:a16="http://schemas.microsoft.com/office/drawing/2014/main" id="{6F249D1C-D0DD-0129-4C6E-90F77C10A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0"/>
            <a:ext cx="531495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TextBox 6">
            <a:extLst>
              <a:ext uri="{FF2B5EF4-FFF2-40B4-BE49-F238E27FC236}">
                <a16:creationId xmlns:a16="http://schemas.microsoft.com/office/drawing/2014/main" id="{F05EA7BC-6C47-EDDD-FC4A-90726E03A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738" y="3013075"/>
            <a:ext cx="24225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IN" altLang="en-US" sz="800" b="1">
                <a:latin typeface="Cambria" panose="02040503050406030204" pitchFamily="18" charset="0"/>
              </a:rPr>
              <a:t>Effect of electric field on polarization and strain</a:t>
            </a:r>
          </a:p>
        </p:txBody>
      </p:sp>
    </p:spTree>
    <p:extLst>
      <p:ext uri="{BB962C8B-B14F-4D97-AF65-F5344CB8AC3E}">
        <p14:creationId xmlns:p14="http://schemas.microsoft.com/office/powerpoint/2010/main" val="3591836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90787B-7E6B-0456-6516-304F065EB80C}"/>
              </a:ext>
            </a:extLst>
          </p:cNvPr>
          <p:cNvSpPr txBox="1"/>
          <p:nvPr/>
        </p:nvSpPr>
        <p:spPr>
          <a:xfrm>
            <a:off x="2193325" y="2986216"/>
            <a:ext cx="5560540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i="0" u="none" strike="noStrike" baseline="0">
                <a:solidFill>
                  <a:schemeClr val="bg1"/>
                </a:solidFill>
                <a:latin typeface="Century Schoolbook"/>
                <a:ea typeface="Footlight MT Light"/>
                <a:cs typeface="Footlight MT Light"/>
              </a:rPr>
              <a:t>APPLICATIONS</a:t>
            </a:r>
            <a:r>
              <a:rPr lang="en-US" sz="4400" b="1" i="0" u="none" strike="noStrike" baseline="0">
                <a:solidFill>
                  <a:schemeClr val="bg1"/>
                </a:solidFill>
                <a:latin typeface="Abadi"/>
                <a:ea typeface="Footlight MT Light"/>
                <a:cs typeface="Footlight MT Light"/>
              </a:rPr>
              <a:t> </a:t>
            </a:r>
            <a:endParaRPr lang="en-US" sz="4400">
              <a:solidFill>
                <a:schemeClr val="bg1"/>
              </a:solidFill>
              <a:latin typeface="Abadi"/>
            </a:endParaRPr>
          </a:p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333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028DDAFA-4C72-74F8-B14F-3E6A399D9B8A}"/>
              </a:ext>
            </a:extLst>
          </p:cNvPr>
          <p:cNvSpPr txBox="1">
            <a:spLocks/>
          </p:cNvSpPr>
          <p:nvPr/>
        </p:nvSpPr>
        <p:spPr bwMode="auto">
          <a:xfrm>
            <a:off x="430213" y="388938"/>
            <a:ext cx="7153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Abadi"/>
                <a:ea typeface="Frutiger LT 55 Roman" pitchFamily="34" charset="0"/>
                <a:cs typeface="MS PGothic" panose="020B0600070205080204" pitchFamily="34" charset="-128"/>
              </a:rPr>
              <a:t>Existing Limitations</a:t>
            </a:r>
            <a:r>
              <a:rPr lang="en-US" altLang="en-US" sz="2800">
                <a:latin typeface="Book Antiqua"/>
                <a:ea typeface="Frutiger LT 55 Roman" pitchFamily="34" charset="0"/>
                <a:cs typeface="MS PGothic" panose="020B0600070205080204" pitchFamily="34" charset="-128"/>
              </a:rPr>
              <a:t>  </a:t>
            </a:r>
            <a:endParaRPr lang="en-US" altLang="en-US" sz="1100">
              <a:latin typeface="Book Antiqua"/>
              <a:ea typeface="Frutiger LT 55 Roman" pitchFamily="34" charset="0"/>
              <a:cs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B63084-F666-F2F3-21B3-BBBC287AFBB0}"/>
              </a:ext>
            </a:extLst>
          </p:cNvPr>
          <p:cNvSpPr txBox="1"/>
          <p:nvPr/>
        </p:nvSpPr>
        <p:spPr>
          <a:xfrm>
            <a:off x="974725" y="2943225"/>
            <a:ext cx="7435850" cy="260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IN" sz="105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81A3EF6B-35F9-4CC1-B7ED-7848D9977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1057275"/>
            <a:ext cx="8382000" cy="4032250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>
            <a:spAutoFit/>
          </a:bodyPr>
          <a:lstStyle/>
          <a:p>
            <a:pPr marL="342900" indent="-342900" algn="just">
              <a:buFont typeface="Courier New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Traditional transistors can typically perform only a </a:t>
            </a:r>
            <a:r>
              <a:rPr lang="en-US" altLang="en-US" sz="1600" b="1">
                <a:latin typeface="Abadi"/>
                <a:ea typeface="MS PGothic"/>
              </a:rPr>
              <a:t>single function at a time,</a:t>
            </a:r>
            <a:r>
              <a:rPr lang="en-US" altLang="en-US" sz="1600">
                <a:latin typeface="Abadi"/>
                <a:ea typeface="MS PGothic"/>
              </a:rPr>
              <a:t> restricting versatility in multifunctional circuits.</a:t>
            </a:r>
            <a:endParaRPr lang="en-US"/>
          </a:p>
          <a:p>
            <a:pPr marL="342900" indent="-342900" algn="just">
              <a:buFont typeface="Courier New"/>
              <a:buChar char="o"/>
              <a:defRPr/>
            </a:pPr>
            <a:endParaRPr lang="en-US" altLang="en-US" sz="1600">
              <a:latin typeface="Abadi"/>
            </a:endParaRPr>
          </a:p>
          <a:p>
            <a:pPr marL="342900" indent="-342900" algn="just">
              <a:buFont typeface="Courier New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Schottky FETs suffer from </a:t>
            </a:r>
            <a:r>
              <a:rPr lang="en-US" altLang="en-US" sz="1600" b="1">
                <a:latin typeface="Abadi"/>
                <a:ea typeface="MS PGothic"/>
              </a:rPr>
              <a:t>high leakage currents</a:t>
            </a:r>
            <a:r>
              <a:rPr lang="en-US" altLang="en-US" sz="1600">
                <a:latin typeface="Abadi"/>
                <a:ea typeface="MS PGothic"/>
              </a:rPr>
              <a:t>, and realizing </a:t>
            </a:r>
            <a:r>
              <a:rPr lang="en-US" altLang="en-US" sz="1600" b="1">
                <a:latin typeface="Abadi"/>
                <a:ea typeface="MS PGothic"/>
              </a:rPr>
              <a:t>multifunctional operations</a:t>
            </a:r>
            <a:r>
              <a:rPr lang="en-US" altLang="en-US" sz="1600">
                <a:latin typeface="Abadi"/>
                <a:ea typeface="MS PGothic"/>
              </a:rPr>
              <a:t> demands multiple transistors, increasing circuit complexity and area.</a:t>
            </a:r>
          </a:p>
          <a:p>
            <a:pPr marL="342900" indent="-342900" algn="just">
              <a:buFont typeface="Courier New"/>
              <a:buChar char="o"/>
              <a:defRPr/>
            </a:pPr>
            <a:endParaRPr lang="en-US" altLang="en-US" sz="1600">
              <a:latin typeface="Abadi"/>
            </a:endParaRPr>
          </a:p>
          <a:p>
            <a:pPr marL="342900" indent="-342900" algn="just">
              <a:buFont typeface="Courier New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CMOS scaling has slowed down, limiting further improvements in </a:t>
            </a:r>
            <a:r>
              <a:rPr lang="en-US" altLang="en-US" sz="1600" b="1">
                <a:latin typeface="Abadi"/>
                <a:ea typeface="MS PGothic"/>
              </a:rPr>
              <a:t>transistor performance</a:t>
            </a:r>
            <a:r>
              <a:rPr lang="en-US" altLang="en-US" sz="1600">
                <a:latin typeface="Abadi"/>
                <a:ea typeface="MS PGothic"/>
              </a:rPr>
              <a:t>, energy efficiency, and integration density.</a:t>
            </a:r>
          </a:p>
          <a:p>
            <a:pPr marL="342900" indent="-342900" algn="just">
              <a:buFont typeface="Courier New"/>
              <a:buChar char="o"/>
              <a:defRPr/>
            </a:pPr>
            <a:endParaRPr lang="en-US" altLang="en-US" sz="1600">
              <a:latin typeface="Abadi"/>
            </a:endParaRPr>
          </a:p>
          <a:p>
            <a:pPr marL="342900" indent="-342900" algn="just">
              <a:buFont typeface="Courier New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Conventional FETs struggle to achieve </a:t>
            </a:r>
            <a:r>
              <a:rPr lang="en-US" altLang="en-US" sz="1600" b="1">
                <a:latin typeface="Abadi"/>
                <a:ea typeface="MS PGothic"/>
              </a:rPr>
              <a:t>subthreshold slopes below 60 mV/dec</a:t>
            </a:r>
            <a:r>
              <a:rPr lang="en-US" altLang="en-US" sz="1600">
                <a:latin typeface="Abadi"/>
                <a:ea typeface="MS PGothic"/>
              </a:rPr>
              <a:t>, making it difficult to design low-voltage, energy-efficient systems.</a:t>
            </a:r>
          </a:p>
          <a:p>
            <a:pPr marL="342900" indent="-342900" algn="just">
              <a:buFont typeface="Courier New"/>
              <a:buChar char="o"/>
              <a:defRPr/>
            </a:pPr>
            <a:endParaRPr lang="en-US" altLang="en-US" sz="1600">
              <a:latin typeface="Abadi"/>
            </a:endParaRPr>
          </a:p>
          <a:p>
            <a:pPr marL="342900" indent="-342900" algn="just">
              <a:buFont typeface="Courier New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Emerging fields like AI and neuromorphic computing require </a:t>
            </a:r>
            <a:r>
              <a:rPr lang="en-US" altLang="en-US" sz="1600" b="1">
                <a:latin typeface="Abadi"/>
                <a:ea typeface="MS PGothic"/>
              </a:rPr>
              <a:t>compact, low-power, multi</a:t>
            </a:r>
            <a:r>
              <a:rPr lang="en-US" altLang="en-US" sz="1600">
                <a:latin typeface="Abadi"/>
                <a:ea typeface="MS PGothic"/>
              </a:rPr>
              <a:t>-</a:t>
            </a:r>
            <a:r>
              <a:rPr lang="en-US" altLang="en-US" sz="1600" b="1">
                <a:latin typeface="Abadi"/>
                <a:ea typeface="MS PGothic"/>
              </a:rPr>
              <a:t>level devices</a:t>
            </a:r>
            <a:r>
              <a:rPr lang="en-US" altLang="en-US" sz="1600">
                <a:latin typeface="Abadi"/>
                <a:ea typeface="MS PGothic"/>
              </a:rPr>
              <a:t>—driving interest in ferroelectric-CMOS integration, which offers potential but demands careful design and optimization.</a:t>
            </a:r>
          </a:p>
          <a:p>
            <a:pPr>
              <a:defRPr/>
            </a:pPr>
            <a:endParaRPr lang="en-US" altLang="en-US" sz="16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5943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DAD71B86-7C5F-54A4-217F-F014AD4B575F}"/>
              </a:ext>
            </a:extLst>
          </p:cNvPr>
          <p:cNvSpPr txBox="1">
            <a:spLocks/>
          </p:cNvSpPr>
          <p:nvPr/>
        </p:nvSpPr>
        <p:spPr bwMode="auto">
          <a:xfrm>
            <a:off x="490538" y="392113"/>
            <a:ext cx="7153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Abadi"/>
                <a:ea typeface="Frutiger LT 55 Roman" pitchFamily="34" charset="0"/>
                <a:cs typeface="MS PGothic" panose="020B0600070205080204" pitchFamily="34" charset="-128"/>
              </a:rPr>
              <a:t>Technological Advancements</a:t>
            </a:r>
            <a:r>
              <a:rPr lang="en-US" altLang="en-US" sz="2800">
                <a:latin typeface="Book Antiqua"/>
                <a:ea typeface="Frutiger LT 55 Roman" pitchFamily="34" charset="0"/>
                <a:cs typeface="MS PGothic" panose="020B0600070205080204" pitchFamily="34" charset="-128"/>
              </a:rPr>
              <a:t>  </a:t>
            </a:r>
            <a:endParaRPr lang="en-US" altLang="en-US" sz="1100">
              <a:latin typeface="Book Antiqua"/>
              <a:ea typeface="Frutiger LT 55 Roman" pitchFamily="34" charset="0"/>
              <a:cs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F11ACD-F5B9-88CC-4362-02CD46FA539E}"/>
              </a:ext>
            </a:extLst>
          </p:cNvPr>
          <p:cNvSpPr txBox="1"/>
          <p:nvPr/>
        </p:nvSpPr>
        <p:spPr>
          <a:xfrm>
            <a:off x="974725" y="2943225"/>
            <a:ext cx="7435850" cy="260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IN" sz="1050"/>
          </a:p>
        </p:txBody>
      </p:sp>
      <p:sp>
        <p:nvSpPr>
          <p:cNvPr id="66564" name="Rectangle 5">
            <a:extLst>
              <a:ext uri="{FF2B5EF4-FFF2-40B4-BE49-F238E27FC236}">
                <a16:creationId xmlns:a16="http://schemas.microsoft.com/office/drawing/2014/main" id="{2C082B0F-BF47-0CD3-CDAF-FDAFF221D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" y="1221611"/>
            <a:ext cx="8401050" cy="370357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 algn="just">
              <a:buFont typeface="Courier New" panose="020B0604020202020204" pitchFamily="34" charset="0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The Proposal of an </a:t>
            </a:r>
            <a:r>
              <a:rPr lang="en-US" altLang="en-US" sz="1600" b="1">
                <a:latin typeface="Abadi"/>
                <a:ea typeface="MS PGothic"/>
              </a:rPr>
              <a:t>n-type Germanium-based Fe-TFET</a:t>
            </a:r>
            <a:r>
              <a:rPr lang="en-US" altLang="en-US" sz="1600">
                <a:latin typeface="Abadi"/>
                <a:ea typeface="MS PGothic"/>
              </a:rPr>
              <a:t> with a hafnium-oxide-based ferroelectric </a:t>
            </a:r>
            <a:r>
              <a:rPr lang="en-US" altLang="en-US" sz="1600" b="1">
                <a:latin typeface="Abadi"/>
                <a:ea typeface="MS PGothic"/>
              </a:rPr>
              <a:t>(Hf₀.₅Zr₀.₅O₂) layer</a:t>
            </a:r>
            <a:r>
              <a:rPr lang="en-US" altLang="en-US" sz="1600">
                <a:latin typeface="Abadi"/>
                <a:ea typeface="MS PGothic"/>
              </a:rPr>
              <a:t> [10] for </a:t>
            </a:r>
            <a:r>
              <a:rPr lang="en-US" altLang="en-US" sz="1600" b="1">
                <a:latin typeface="Abadi"/>
                <a:ea typeface="MS PGothic"/>
              </a:rPr>
              <a:t>low-power analog operations</a:t>
            </a:r>
            <a:r>
              <a:rPr lang="en-US" altLang="en-US" sz="1600">
                <a:latin typeface="Abadi"/>
                <a:ea typeface="MS PGothic"/>
              </a:rPr>
              <a:t> came as a game changer, which can perform many operations, such as a frequency doubler, phase shifter, signal follower, along with the modulation of V</a:t>
            </a:r>
            <a:r>
              <a:rPr lang="en-US" altLang="en-US" sz="1600" baseline="-25000">
                <a:latin typeface="Abadi"/>
                <a:ea typeface="MS PGothic"/>
              </a:rPr>
              <a:t>th. </a:t>
            </a:r>
            <a:endParaRPr lang="en-US"/>
          </a:p>
          <a:p>
            <a:pPr marL="285750" indent="-285750" algn="just">
              <a:buFont typeface="Courier New" panose="020B0604020202020204" pitchFamily="34" charset="0"/>
              <a:buChar char="o"/>
              <a:defRPr/>
            </a:pPr>
            <a:endParaRPr lang="en-US" altLang="en-US" sz="1600" baseline="-25000">
              <a:latin typeface="Abadi"/>
            </a:endParaRPr>
          </a:p>
          <a:p>
            <a:pPr marL="285750" indent="-285750" algn="just">
              <a:buFont typeface="Courier New" panose="020B0604020202020204" pitchFamily="34" charset="0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The Fe-TFET exhibits </a:t>
            </a:r>
            <a:r>
              <a:rPr lang="en-US" altLang="en-US" sz="1600" b="1">
                <a:latin typeface="Abadi"/>
                <a:ea typeface="MS PGothic"/>
              </a:rPr>
              <a:t>band-to-band tunneling currents</a:t>
            </a:r>
            <a:endParaRPr lang="en-US" altLang="en-US" sz="1600">
              <a:latin typeface="Abadi"/>
              <a:ea typeface="MS PGothic"/>
            </a:endParaRPr>
          </a:p>
          <a:p>
            <a:pPr>
              <a:defRPr/>
            </a:pPr>
            <a:r>
              <a:rPr lang="en-US" altLang="en-US" sz="1600" b="1">
                <a:latin typeface="Abadi"/>
                <a:ea typeface="MS PGothic"/>
              </a:rPr>
              <a:t>                 ISC:</a:t>
            </a:r>
            <a:r>
              <a:rPr lang="en-US" altLang="en-US" sz="1600">
                <a:latin typeface="Abadi"/>
                <a:ea typeface="MS PGothic"/>
              </a:rPr>
              <a:t> Source-to-channel current.</a:t>
            </a:r>
          </a:p>
          <a:p>
            <a:pPr>
              <a:defRPr/>
            </a:pPr>
            <a:r>
              <a:rPr lang="en-US" altLang="en-US" sz="1600" b="1">
                <a:latin typeface="Abadi"/>
                <a:ea typeface="MS PGothic"/>
              </a:rPr>
              <a:t>                 ICD:</a:t>
            </a:r>
            <a:r>
              <a:rPr lang="en-US" altLang="en-US" sz="1600">
                <a:latin typeface="Abadi"/>
                <a:ea typeface="MS PGothic"/>
              </a:rPr>
              <a:t> Channel-to-drain ambipolar current.</a:t>
            </a:r>
            <a:endParaRPr lang="en-US"/>
          </a:p>
          <a:p>
            <a:pPr marL="285750" indent="-285750">
              <a:buFont typeface="Courier New"/>
              <a:buChar char="o"/>
              <a:defRPr/>
            </a:pPr>
            <a:endParaRPr lang="en-US" altLang="en-US" sz="1600">
              <a:latin typeface="Abadi"/>
            </a:endParaRPr>
          </a:p>
          <a:p>
            <a:pPr marL="285750" indent="-285750">
              <a:buFont typeface="Courier New" panose="020B0604020202020204" pitchFamily="34" charset="0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Ferroelectric polarization </a:t>
            </a:r>
            <a:r>
              <a:rPr lang="en-US" altLang="en-US" sz="1600" b="1">
                <a:latin typeface="Abadi"/>
                <a:ea typeface="MS PGothic"/>
              </a:rPr>
              <a:t>modulates the tunneling barrier height</a:t>
            </a:r>
            <a:r>
              <a:rPr lang="en-US" altLang="en-US" sz="1600">
                <a:latin typeface="Abadi"/>
                <a:ea typeface="MS PGothic"/>
              </a:rPr>
              <a:t>, effectively shifting the </a:t>
            </a:r>
            <a:r>
              <a:rPr lang="en-US" altLang="en-US" sz="1600" b="1">
                <a:latin typeface="Abadi"/>
                <a:ea typeface="MS PGothic"/>
              </a:rPr>
              <a:t>threshold voltage (VTH)</a:t>
            </a:r>
            <a:r>
              <a:rPr lang="en-US" altLang="en-US" sz="1600">
                <a:latin typeface="Abadi"/>
                <a:ea typeface="MS PGothic"/>
              </a:rPr>
              <a:t>.</a:t>
            </a:r>
          </a:p>
          <a:p>
            <a:pPr marL="285750" indent="-285750">
              <a:buFont typeface="Courier New" panose="020B0604020202020204" pitchFamily="34" charset="0"/>
              <a:buChar char="o"/>
              <a:defRPr/>
            </a:pPr>
            <a:endParaRPr lang="en-US" altLang="en-US" sz="1600">
              <a:latin typeface="Abadi"/>
            </a:endParaRPr>
          </a:p>
          <a:p>
            <a:pPr marL="285750" indent="-285750">
              <a:buFont typeface="Courier New" panose="020B0604020202020204" pitchFamily="34" charset="0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By programming the ferroelectric polarization with short voltage pulses (VPROG), the device can switch between </a:t>
            </a:r>
            <a:r>
              <a:rPr lang="en-US" altLang="en-US" sz="1600" b="1">
                <a:latin typeface="Abadi"/>
                <a:ea typeface="MS PGothic"/>
              </a:rPr>
              <a:t>frequency doubler, phase shifter, and signal follower</a:t>
            </a:r>
            <a:r>
              <a:rPr lang="en-US" altLang="en-US" sz="1600">
                <a:latin typeface="Abadi"/>
                <a:ea typeface="MS PGothic"/>
              </a:rPr>
              <a:t> modes.</a:t>
            </a:r>
          </a:p>
          <a:p>
            <a:pPr algn="just">
              <a:buFont typeface="Courier New"/>
              <a:buChar char="o"/>
              <a:defRPr/>
            </a:pPr>
            <a:endParaRPr lang="en-US" altLang="en-US" sz="1600">
              <a:latin typeface="Book Antiqua" panose="02040602050305030304" pitchFamily="18" charset="0"/>
            </a:endParaRPr>
          </a:p>
        </p:txBody>
      </p:sp>
      <p:pic>
        <p:nvPicPr>
          <p:cNvPr id="68613" name="Picture 4">
            <a:extLst>
              <a:ext uri="{FF2B5EF4-FFF2-40B4-BE49-F238E27FC236}">
                <a16:creationId xmlns:a16="http://schemas.microsoft.com/office/drawing/2014/main" id="{452DAEF3-7A16-8EA8-CBCE-6D0EC47D0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4698734"/>
            <a:ext cx="4183063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C01271-503B-79C4-2517-BF5E5EA2BB29}"/>
              </a:ext>
            </a:extLst>
          </p:cNvPr>
          <p:cNvSpPr txBox="1"/>
          <p:nvPr/>
        </p:nvSpPr>
        <p:spPr>
          <a:xfrm>
            <a:off x="596788" y="6149947"/>
            <a:ext cx="7970654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B. Kwak, D. Kwon, and H. Kim, "Signal-Processing Application Based on Ferroelectric Tunnel Field-Effect Transistor," in IEEE Transactions on Nanotechnology, vol. 23, pp. 562-566, 2024,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doi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: 10.1109/TNANO.2024.3421263.</a:t>
            </a:r>
            <a:endParaRPr lang="en-US" sz="1050">
              <a:latin typeface="Abadi"/>
            </a:endParaRPr>
          </a:p>
          <a:p>
            <a:pPr algn="ctr"/>
            <a:endParaRPr lang="en-US" sz="1050"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1596481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>
            <a:extLst>
              <a:ext uri="{FF2B5EF4-FFF2-40B4-BE49-F238E27FC236}">
                <a16:creationId xmlns:a16="http://schemas.microsoft.com/office/drawing/2014/main" id="{557E7C68-B18D-C010-28BC-32764B008F2C}"/>
              </a:ext>
            </a:extLst>
          </p:cNvPr>
          <p:cNvSpPr txBox="1">
            <a:spLocks/>
          </p:cNvSpPr>
          <p:nvPr/>
        </p:nvSpPr>
        <p:spPr bwMode="auto">
          <a:xfrm>
            <a:off x="490538" y="392113"/>
            <a:ext cx="71532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Abadi"/>
                <a:ea typeface="Frutiger LT 55 Roman" pitchFamily="34" charset="0"/>
                <a:cs typeface="MS PGothic" panose="020B0600070205080204" pitchFamily="34" charset="-128"/>
              </a:rPr>
              <a:t>Technological Advancements</a:t>
            </a:r>
            <a:r>
              <a:rPr lang="en-US" altLang="en-US" sz="2800">
                <a:latin typeface="Book Antiqua"/>
                <a:ea typeface="Frutiger LT 55 Roman" pitchFamily="34" charset="0"/>
                <a:cs typeface="MS PGothic" panose="020B0600070205080204" pitchFamily="34" charset="-128"/>
              </a:rPr>
              <a:t>  </a:t>
            </a:r>
            <a:endParaRPr lang="en-US" altLang="en-US" sz="1100">
              <a:latin typeface="Book Antiqua"/>
              <a:ea typeface="Frutiger LT 55 Roman" pitchFamily="34" charset="0"/>
              <a:cs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EF1D4B-9F65-DD22-64D5-33F1EF21F9EB}"/>
              </a:ext>
            </a:extLst>
          </p:cNvPr>
          <p:cNvSpPr txBox="1"/>
          <p:nvPr/>
        </p:nvSpPr>
        <p:spPr>
          <a:xfrm>
            <a:off x="974725" y="2943225"/>
            <a:ext cx="7435850" cy="260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IN" sz="1050"/>
          </a:p>
        </p:txBody>
      </p:sp>
      <p:sp>
        <p:nvSpPr>
          <p:cNvPr id="70660" name="TextBox 3">
            <a:extLst>
              <a:ext uri="{FF2B5EF4-FFF2-40B4-BE49-F238E27FC236}">
                <a16:creationId xmlns:a16="http://schemas.microsoft.com/office/drawing/2014/main" id="{4B10205E-8FBF-DDE5-D48B-D38E8673C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3" y="1222375"/>
            <a:ext cx="813435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just"/>
            <a:r>
              <a:rPr lang="en-US" altLang="en-US" sz="1600" b="1">
                <a:latin typeface="Abadi"/>
                <a:ea typeface="MS PGothic"/>
              </a:rPr>
              <a:t>1. Frequency Doubler (VPROG = 0 V)</a:t>
            </a:r>
            <a:endParaRPr lang="en-US" altLang="en-US" sz="1600">
              <a:latin typeface="Abadi"/>
              <a:ea typeface="MS PGothic"/>
            </a:endParaRPr>
          </a:p>
          <a:p>
            <a:pPr algn="just"/>
            <a:r>
              <a:rPr lang="en-US" altLang="en-US" sz="1600">
                <a:latin typeface="Abadi"/>
                <a:ea typeface="MS PGothic"/>
              </a:rPr>
              <a:t>Symmetric currents (ISC ≈ ICD) produce an </a:t>
            </a:r>
            <a:r>
              <a:rPr lang="en-US" altLang="en-US" sz="1600" b="1">
                <a:latin typeface="Abadi"/>
                <a:ea typeface="MS PGothic"/>
              </a:rPr>
              <a:t>output at twice the input frequency</a:t>
            </a:r>
            <a:r>
              <a:rPr lang="en-US" altLang="en-US" sz="1600">
                <a:latin typeface="Abadi"/>
                <a:ea typeface="MS PGothic"/>
              </a:rPr>
              <a:t>.</a:t>
            </a:r>
          </a:p>
          <a:p>
            <a:pPr algn="just"/>
            <a:r>
              <a:rPr lang="en-US" altLang="en-US" sz="1600">
                <a:latin typeface="Abadi"/>
                <a:ea typeface="MS PGothic"/>
              </a:rPr>
              <a:t>Works across 1–10 MHz with minimal higher-order harmonics.</a:t>
            </a:r>
          </a:p>
          <a:p>
            <a:pPr algn="just"/>
            <a:endParaRPr lang="en-US" altLang="en-US" sz="1600">
              <a:latin typeface="Abadi"/>
            </a:endParaRPr>
          </a:p>
          <a:p>
            <a:pPr algn="just"/>
            <a:r>
              <a:rPr lang="en-US" altLang="en-US" sz="1600" b="1">
                <a:latin typeface="Abadi"/>
                <a:ea typeface="MS PGothic"/>
              </a:rPr>
              <a:t>2. Phase Shifter (VPROG = +4 V)</a:t>
            </a:r>
            <a:endParaRPr lang="en-US" altLang="en-US" sz="1600">
              <a:latin typeface="Abadi"/>
              <a:ea typeface="MS PGothic"/>
            </a:endParaRPr>
          </a:p>
          <a:p>
            <a:pPr algn="just"/>
            <a:r>
              <a:rPr lang="en-US" altLang="en-US" sz="1600">
                <a:latin typeface="Abadi"/>
                <a:ea typeface="MS PGothic"/>
              </a:rPr>
              <a:t>Upward polarization </a:t>
            </a:r>
            <a:r>
              <a:rPr lang="en-US" altLang="en-US" sz="1600" b="1">
                <a:latin typeface="Abadi"/>
                <a:ea typeface="MS PGothic"/>
              </a:rPr>
              <a:t>makes ISC dominate</a:t>
            </a:r>
            <a:r>
              <a:rPr lang="en-US" altLang="en-US" sz="1600">
                <a:latin typeface="Abadi"/>
                <a:ea typeface="MS PGothic"/>
              </a:rPr>
              <a:t>.</a:t>
            </a:r>
          </a:p>
          <a:p>
            <a:pPr algn="just"/>
            <a:r>
              <a:rPr lang="en-US" altLang="en-US" sz="1600">
                <a:latin typeface="Abadi"/>
                <a:ea typeface="MS PGothic"/>
              </a:rPr>
              <a:t>The output waveform is inverted, resulting in a 180-degree phase shift.</a:t>
            </a:r>
          </a:p>
          <a:p>
            <a:pPr algn="just"/>
            <a:endParaRPr lang="en-US" altLang="en-US" sz="1600">
              <a:latin typeface="Abadi"/>
            </a:endParaRPr>
          </a:p>
          <a:p>
            <a:pPr algn="just"/>
            <a:r>
              <a:rPr lang="en-US" altLang="en-US" sz="1600" b="1">
                <a:latin typeface="Abadi"/>
                <a:ea typeface="MS PGothic"/>
              </a:rPr>
              <a:t>3. Signal Follower (VPROG = -4 V)</a:t>
            </a:r>
            <a:endParaRPr lang="en-US" altLang="en-US" sz="1600">
              <a:latin typeface="Abadi"/>
              <a:ea typeface="MS PGothic"/>
            </a:endParaRPr>
          </a:p>
          <a:p>
            <a:pPr algn="just"/>
            <a:r>
              <a:rPr lang="en-US" altLang="en-US" sz="1600">
                <a:latin typeface="Abadi"/>
                <a:ea typeface="MS PGothic"/>
              </a:rPr>
              <a:t>Downward polarization makes ICD dominate.</a:t>
            </a:r>
          </a:p>
          <a:p>
            <a:pPr algn="just"/>
            <a:r>
              <a:rPr lang="en-US" altLang="en-US" sz="1600">
                <a:latin typeface="Abadi"/>
                <a:ea typeface="MS PGothic"/>
              </a:rPr>
              <a:t>Output </a:t>
            </a:r>
            <a:r>
              <a:rPr lang="en-US" altLang="en-US" sz="1600" b="1">
                <a:latin typeface="Abadi"/>
                <a:ea typeface="MS PGothic"/>
              </a:rPr>
              <a:t>follows the input waveform</a:t>
            </a:r>
            <a:r>
              <a:rPr lang="en-US" altLang="en-US" sz="1600">
                <a:latin typeface="Abadi"/>
                <a:ea typeface="MS PGothic"/>
              </a:rPr>
              <a:t> with a 0-degree phase shift.</a:t>
            </a:r>
          </a:p>
        </p:txBody>
      </p:sp>
      <p:sp>
        <p:nvSpPr>
          <p:cNvPr id="70661" name="TextBox 5">
            <a:extLst>
              <a:ext uri="{FF2B5EF4-FFF2-40B4-BE49-F238E27FC236}">
                <a16:creationId xmlns:a16="http://schemas.microsoft.com/office/drawing/2014/main" id="{E95B7640-2F90-E768-9FF4-6BE55F0FD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3" y="4322763"/>
            <a:ext cx="82851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1600">
                <a:latin typeface="Abadi"/>
                <a:ea typeface="MS PGothic"/>
              </a:rPr>
              <a:t>The Fe-TFET achieves </a:t>
            </a:r>
            <a:r>
              <a:rPr lang="en-US" altLang="en-US" sz="1600" b="1">
                <a:latin typeface="Abadi"/>
                <a:ea typeface="MS PGothic"/>
              </a:rPr>
              <a:t>low-power, non-volatile, and high-frequency signal processing</a:t>
            </a:r>
            <a:r>
              <a:rPr lang="en-US" altLang="en-US" sz="1600">
                <a:latin typeface="Abadi"/>
                <a:ea typeface="MS PGothic"/>
              </a:rPr>
              <a:t> in a single device by dynamically controlling tunneling barriers via ferroelectric polarization</a:t>
            </a:r>
            <a:endParaRPr lang="en-IN" altLang="en-US" sz="1600">
              <a:latin typeface="Abadi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3534019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3">
            <a:extLst>
              <a:ext uri="{FF2B5EF4-FFF2-40B4-BE49-F238E27FC236}">
                <a16:creationId xmlns:a16="http://schemas.microsoft.com/office/drawing/2014/main" id="{41D3533E-C24B-3480-CC05-C5CDE64D5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225425"/>
            <a:ext cx="3024187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DBE673-DC96-1FA2-2195-5535787CD9FA}"/>
              </a:ext>
            </a:extLst>
          </p:cNvPr>
          <p:cNvSpPr txBox="1"/>
          <p:nvPr/>
        </p:nvSpPr>
        <p:spPr>
          <a:xfrm>
            <a:off x="663575" y="3690938"/>
            <a:ext cx="8067675" cy="1816100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marL="285750" indent="-285750" algn="just">
              <a:buFont typeface="Courier New" panose="020B0604020202020204" pitchFamily="34" charset="0"/>
              <a:buChar char="o"/>
              <a:defRPr/>
            </a:pPr>
            <a:r>
              <a:rPr lang="en-US" sz="1600">
                <a:latin typeface="Abadi"/>
                <a:ea typeface="MS PGothic"/>
              </a:rPr>
              <a:t>Exploring Negative Capacitance Devices, Ferroelectric FETs, and Ferroelectric Tunneling Junctions (FTJs) [11] paved the way for </a:t>
            </a:r>
            <a:r>
              <a:rPr lang="en-US" sz="1600" b="1">
                <a:latin typeface="Abadi"/>
                <a:ea typeface="MS PGothic"/>
              </a:rPr>
              <a:t>next-generation low-power and multifunctional</a:t>
            </a:r>
            <a:r>
              <a:rPr lang="en-US" sz="1600">
                <a:latin typeface="Abadi"/>
                <a:ea typeface="MS PGothic"/>
              </a:rPr>
              <a:t> </a:t>
            </a:r>
            <a:r>
              <a:rPr lang="en-US" sz="1600" b="1">
                <a:latin typeface="Abadi"/>
                <a:ea typeface="MS PGothic"/>
              </a:rPr>
              <a:t>electronic devices</a:t>
            </a:r>
            <a:r>
              <a:rPr lang="en-US" sz="1600">
                <a:latin typeface="Abadi"/>
                <a:ea typeface="MS PGothic"/>
              </a:rPr>
              <a:t> by enabling </a:t>
            </a:r>
            <a:r>
              <a:rPr lang="en-US" sz="1600" b="1">
                <a:latin typeface="Abadi"/>
                <a:ea typeface="MS PGothic"/>
              </a:rPr>
              <a:t>voltage amplification, polarization-controlled conduction, and ultra-low-energy memory operations.</a:t>
            </a:r>
          </a:p>
          <a:p>
            <a:pPr marL="285750" indent="-285750" algn="just">
              <a:buFont typeface="Courier New"/>
              <a:buChar char="o"/>
              <a:defRPr/>
            </a:pPr>
            <a:endParaRPr lang="en-US" sz="1600" b="1">
              <a:latin typeface="Abadi"/>
            </a:endParaRPr>
          </a:p>
          <a:p>
            <a:pPr marL="285750" indent="-285750" algn="just">
              <a:buFont typeface="Courier New" panose="020B0604020202020204" pitchFamily="34" charset="0"/>
              <a:buChar char="o"/>
              <a:defRPr/>
            </a:pPr>
            <a:r>
              <a:rPr lang="en-US" sz="1600">
                <a:latin typeface="Abadi"/>
                <a:ea typeface="MS PGothic"/>
              </a:rPr>
              <a:t>These devices collectively address the challenges of </a:t>
            </a:r>
            <a:r>
              <a:rPr lang="en-US" sz="1600" b="1">
                <a:latin typeface="Abadi"/>
                <a:ea typeface="MS PGothic"/>
              </a:rPr>
              <a:t>energy efficiency,</a:t>
            </a:r>
            <a:r>
              <a:rPr lang="en-US" sz="1600">
                <a:latin typeface="Abadi"/>
                <a:ea typeface="MS PGothic"/>
              </a:rPr>
              <a:t> </a:t>
            </a:r>
            <a:r>
              <a:rPr lang="en-US" sz="1600" b="1">
                <a:latin typeface="Abadi"/>
                <a:ea typeface="MS PGothic"/>
              </a:rPr>
              <a:t>scaling limitations, and multifunctionality</a:t>
            </a:r>
            <a:r>
              <a:rPr lang="en-US" sz="1600">
                <a:latin typeface="Abadi"/>
                <a:ea typeface="MS PGothic"/>
              </a:rPr>
              <a:t> in modern transistor technologies</a:t>
            </a:r>
            <a:endParaRPr lang="en-IN" sz="1600">
              <a:latin typeface="Abadi"/>
              <a:ea typeface="MS P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19AD6A-EC35-7450-7DA0-5377CFDDAAC1}"/>
              </a:ext>
            </a:extLst>
          </p:cNvPr>
          <p:cNvSpPr txBox="1"/>
          <p:nvPr/>
        </p:nvSpPr>
        <p:spPr>
          <a:xfrm>
            <a:off x="525982" y="6149947"/>
            <a:ext cx="8203300" cy="577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Esseni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, D. &amp; Fontanini, Riccardo &amp;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Lizzit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, Daniel &amp;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Massarotto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, Marco &amp;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Driussi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, Francesco &amp; </a:t>
            </a:r>
            <a:r>
              <a:rPr lang="en-IN" sz="1050" b="0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Loghi</a:t>
            </a:r>
            <a:r>
              <a:rPr lang="en-IN" sz="1050" b="0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, Mirko. (2021). Ferroelectric-based FETs and synaptic devices for highly energy-efficient computational technologies. 10.48550/arXiv.2105.00864. </a:t>
            </a:r>
            <a:endParaRPr lang="en-US" sz="1050">
              <a:latin typeface="Abadi"/>
            </a:endParaRPr>
          </a:p>
          <a:p>
            <a:pPr algn="ctr"/>
            <a:endParaRPr lang="en-US" sz="1050">
              <a:latin typeface="Abadi"/>
            </a:endParaRPr>
          </a:p>
        </p:txBody>
      </p:sp>
    </p:spTree>
    <p:extLst>
      <p:ext uri="{BB962C8B-B14F-4D97-AF65-F5344CB8AC3E}">
        <p14:creationId xmlns:p14="http://schemas.microsoft.com/office/powerpoint/2010/main" val="1749458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">
            <a:extLst>
              <a:ext uri="{FF2B5EF4-FFF2-40B4-BE49-F238E27FC236}">
                <a16:creationId xmlns:a16="http://schemas.microsoft.com/office/drawing/2014/main" id="{A202CC73-38F9-7815-ED3A-3DEC6F3E5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050925"/>
            <a:ext cx="8034337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ctr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buFont typeface="Arial" panose="020B0604020202020204" pitchFamily="34" charset="0"/>
              <a:buAutoNum type="arabicPeriod"/>
            </a:pPr>
            <a:r>
              <a:rPr lang="en-US" altLang="en-US" sz="1600">
                <a:latin typeface="Abadi"/>
                <a:ea typeface="MS PGothic"/>
              </a:rPr>
              <a:t>The ferroelectric layer shows smooth switching </a:t>
            </a:r>
            <a:r>
              <a:rPr lang="en-US" altLang="en-US" sz="1600" b="1">
                <a:latin typeface="Abadi"/>
                <a:ea typeface="MS PGothic"/>
              </a:rPr>
              <a:t>without hysteresis</a:t>
            </a:r>
            <a:r>
              <a:rPr lang="en-US" altLang="en-US" sz="1600">
                <a:latin typeface="Abadi"/>
                <a:ea typeface="MS PGothic"/>
              </a:rPr>
              <a:t>, where its voltage increases faster than the applied voltage.</a:t>
            </a: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US" altLang="en-US" sz="1600">
                <a:latin typeface="Abadi"/>
                <a:ea typeface="MS PGothic"/>
              </a:rPr>
              <a:t>This </a:t>
            </a:r>
            <a:r>
              <a:rPr lang="en-US" altLang="en-US" sz="1600" b="1">
                <a:latin typeface="Abadi"/>
                <a:ea typeface="MS PGothic"/>
              </a:rPr>
              <a:t>voltage boost (gain &gt;1)</a:t>
            </a:r>
            <a:r>
              <a:rPr lang="en-US" altLang="en-US" sz="1600">
                <a:latin typeface="Abadi"/>
                <a:ea typeface="MS PGothic"/>
              </a:rPr>
              <a:t> helps achieve a steeper subthreshold slope, allowing transistors to work efficiently at lower supply voltages.</a:t>
            </a:r>
          </a:p>
        </p:txBody>
      </p:sp>
      <p:sp>
        <p:nvSpPr>
          <p:cNvPr id="74755" name="TextBox 4">
            <a:extLst>
              <a:ext uri="{FF2B5EF4-FFF2-40B4-BE49-F238E27FC236}">
                <a16:creationId xmlns:a16="http://schemas.microsoft.com/office/drawing/2014/main" id="{CDB8AE6B-AED6-6CFB-7E4B-05B96B346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" y="644525"/>
            <a:ext cx="4572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buFont typeface="Courier New"/>
              <a:buChar char="o"/>
            </a:pPr>
            <a:r>
              <a:rPr lang="en-US" altLang="en-US" sz="1600" b="1">
                <a:latin typeface="Book Antiqua"/>
                <a:ea typeface="MS PGothic"/>
              </a:rPr>
              <a:t> </a:t>
            </a:r>
            <a:r>
              <a:rPr lang="en-US" altLang="en-US" sz="1600" b="1">
                <a:latin typeface="Abadi"/>
                <a:ea typeface="MS PGothic"/>
              </a:rPr>
              <a:t>Negative Capacitance (NC) Devices:</a:t>
            </a:r>
            <a:endParaRPr lang="en-US"/>
          </a:p>
        </p:txBody>
      </p:sp>
      <p:sp>
        <p:nvSpPr>
          <p:cNvPr id="74756" name="TextBox 6">
            <a:extLst>
              <a:ext uri="{FF2B5EF4-FFF2-40B4-BE49-F238E27FC236}">
                <a16:creationId xmlns:a16="http://schemas.microsoft.com/office/drawing/2014/main" id="{E357669D-CE6D-70AC-1B46-F8A44C277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00" y="2311400"/>
            <a:ext cx="4572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Courier New" panose="020B0604020202020204" pitchFamily="34" charset="0"/>
              <a:buChar char="o"/>
            </a:pPr>
            <a:r>
              <a:rPr lang="en-IN" altLang="en-US" sz="1600" b="1">
                <a:latin typeface="Abadi"/>
                <a:ea typeface="MS PGothic"/>
              </a:rPr>
              <a:t>Ferroelectric FETs (</a:t>
            </a:r>
            <a:r>
              <a:rPr lang="en-IN" altLang="en-US" sz="1600" b="1" err="1">
                <a:latin typeface="Abadi"/>
                <a:ea typeface="MS PGothic"/>
              </a:rPr>
              <a:t>FeFETs</a:t>
            </a:r>
            <a:r>
              <a:rPr lang="en-IN" altLang="en-US" sz="1600" b="1">
                <a:latin typeface="Abadi"/>
                <a:ea typeface="MS PGothic"/>
              </a:rPr>
              <a:t>):</a:t>
            </a:r>
            <a:endParaRPr lang="en-IN" altLang="en-US" sz="1600">
              <a:latin typeface="Abadi"/>
              <a:ea typeface="MS PGothic"/>
            </a:endParaRPr>
          </a:p>
        </p:txBody>
      </p:sp>
      <p:sp>
        <p:nvSpPr>
          <p:cNvPr id="74757" name="Rectangle 6">
            <a:extLst>
              <a:ext uri="{FF2B5EF4-FFF2-40B4-BE49-F238E27FC236}">
                <a16:creationId xmlns:a16="http://schemas.microsoft.com/office/drawing/2014/main" id="{F92C4E8B-E92A-221C-5367-C0177827B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651767"/>
            <a:ext cx="813117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ctr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buAutoNum type="arabicPeriod"/>
            </a:pPr>
            <a:r>
              <a:rPr lang="en-US" altLang="en-US" sz="1600">
                <a:latin typeface="Abadi"/>
                <a:ea typeface="MS PGothic"/>
              </a:rPr>
              <a:t>The polarization in the ferroelectric layer controls the channel current (IDS), enabling </a:t>
            </a:r>
            <a:r>
              <a:rPr lang="en-US" altLang="en-US" sz="1600" b="1">
                <a:latin typeface="Abadi"/>
                <a:ea typeface="MS PGothic"/>
              </a:rPr>
              <a:t>programmable conductance</a:t>
            </a:r>
            <a:r>
              <a:rPr lang="en-US" altLang="en-US" sz="1600">
                <a:latin typeface="Abadi"/>
                <a:ea typeface="MS PGothic"/>
              </a:rPr>
              <a:t>.</a:t>
            </a:r>
            <a:endParaRPr lang="en-US"/>
          </a:p>
          <a:p>
            <a:pPr algn="just">
              <a:buAutoNum type="arabicPeriod"/>
            </a:pPr>
            <a:r>
              <a:rPr lang="en-US" altLang="en-US" sz="1600">
                <a:latin typeface="Abadi"/>
                <a:ea typeface="MS PGothic"/>
              </a:rPr>
              <a:t>High channel doping keeps polarization stable but weakens current modulation, while low doping improves read current difference but needs extra charge from recombination or Schottky contacts.</a:t>
            </a:r>
            <a:endParaRPr lang="en-US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77BFE033-F3D6-B208-C066-F04ABFBB8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560" y="3979913"/>
            <a:ext cx="3123244" cy="208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1048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>
            <a:extLst>
              <a:ext uri="{FF2B5EF4-FFF2-40B4-BE49-F238E27FC236}">
                <a16:creationId xmlns:a16="http://schemas.microsoft.com/office/drawing/2014/main" id="{B8122A84-5494-F3AF-12E7-55425A59E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775" y="3148371"/>
            <a:ext cx="4613275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299301-A4FF-21FE-15F3-696874126EE3}"/>
              </a:ext>
            </a:extLst>
          </p:cNvPr>
          <p:cNvSpPr txBox="1"/>
          <p:nvPr/>
        </p:nvSpPr>
        <p:spPr>
          <a:xfrm>
            <a:off x="621715" y="731711"/>
            <a:ext cx="4572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/>
              <a:buChar char="o"/>
            </a:pPr>
            <a:r>
              <a:rPr lang="en-IN" sz="1600" b="1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Ferroelectric </a:t>
            </a:r>
            <a:r>
              <a:rPr lang="en-IN" sz="1600" b="1" i="0" u="none" strike="noStrike" baseline="0" err="1">
                <a:solidFill>
                  <a:srgbClr val="000000"/>
                </a:solidFill>
                <a:latin typeface="Abadi"/>
                <a:ea typeface="Abadi"/>
                <a:cs typeface="Abadi"/>
              </a:rPr>
              <a:t>Tunneling</a:t>
            </a:r>
            <a:r>
              <a:rPr lang="en-IN" sz="1600" b="1" i="0" u="none" strike="noStrike" baseline="0">
                <a:solidFill>
                  <a:srgbClr val="000000"/>
                </a:solidFill>
                <a:latin typeface="Abadi"/>
                <a:ea typeface="Abadi"/>
                <a:cs typeface="Abadi"/>
              </a:rPr>
              <a:t> Junctions (FTJs):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493A0E-B935-422D-E052-0F95B2CAD930}"/>
              </a:ext>
            </a:extLst>
          </p:cNvPr>
          <p:cNvSpPr txBox="1"/>
          <p:nvPr/>
        </p:nvSpPr>
        <p:spPr>
          <a:xfrm>
            <a:off x="621715" y="1449076"/>
            <a:ext cx="7690142" cy="12511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rtl="0">
              <a:lnSpc>
                <a:spcPts val="1500"/>
              </a:lnSpc>
              <a:buAutoNum type="arabicPeriod"/>
            </a:pPr>
            <a:r>
              <a:rPr lang="en-US" sz="1600" b="0" i="0" u="none" strike="noStrike" baseline="0">
                <a:solidFill>
                  <a:srgbClr val="000000"/>
                </a:solidFill>
                <a:latin typeface="Abadi"/>
                <a:ea typeface="Arial"/>
                <a:cs typeface="Arial"/>
              </a:rPr>
              <a:t>The tunneling current depends on </a:t>
            </a:r>
            <a:r>
              <a:rPr lang="en-US" sz="1600" b="1" i="0" u="none" strike="noStrike" baseline="0">
                <a:solidFill>
                  <a:srgbClr val="000000"/>
                </a:solidFill>
                <a:latin typeface="Abadi"/>
                <a:ea typeface="Arial"/>
                <a:cs typeface="Arial"/>
              </a:rPr>
              <a:t>ferroelectric polarization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badi"/>
                <a:ea typeface="Arial"/>
                <a:cs typeface="Arial"/>
              </a:rPr>
              <a:t>, enabling </a:t>
            </a:r>
            <a:r>
              <a:rPr lang="en-US" sz="1600" b="1" i="0" u="none" strike="noStrike" baseline="0">
                <a:solidFill>
                  <a:srgbClr val="000000"/>
                </a:solidFill>
                <a:latin typeface="Abadi"/>
                <a:ea typeface="Arial"/>
                <a:cs typeface="Arial"/>
              </a:rPr>
              <a:t>ultra-low-energy </a:t>
            </a:r>
            <a:r>
              <a:rPr lang="en-US" sz="1600" b="1" i="0" u="none" strike="noStrike" baseline="0" err="1">
                <a:solidFill>
                  <a:srgbClr val="000000"/>
                </a:solidFill>
                <a:latin typeface="Abadi"/>
                <a:ea typeface="Arial"/>
                <a:cs typeface="Arial"/>
              </a:rPr>
              <a:t>memristive</a:t>
            </a:r>
            <a:r>
              <a:rPr lang="en-US" sz="1600" b="1" i="0" u="none" strike="noStrike" baseline="0">
                <a:solidFill>
                  <a:srgbClr val="000000"/>
                </a:solidFill>
                <a:latin typeface="Abadi"/>
                <a:ea typeface="Arial"/>
                <a:cs typeface="Arial"/>
              </a:rPr>
              <a:t> behavior.</a:t>
            </a:r>
            <a:r>
              <a:rPr lang="en-US" sz="1600" b="0" i="0">
                <a:solidFill>
                  <a:srgbClr val="000000"/>
                </a:solidFill>
                <a:latin typeface="Abadi"/>
                <a:ea typeface="Arial"/>
                <a:cs typeface="Arial"/>
              </a:rPr>
              <a:t>​</a:t>
            </a:r>
            <a:endParaRPr lang="en-US"/>
          </a:p>
          <a:p>
            <a:pPr marL="342900" indent="-342900" algn="just">
              <a:lnSpc>
                <a:spcPts val="1500"/>
              </a:lnSpc>
              <a:buAutoNum type="arabicPeriod"/>
            </a:pPr>
            <a:endParaRPr lang="en-US" sz="1600">
              <a:solidFill>
                <a:srgbClr val="000000"/>
              </a:solidFill>
              <a:latin typeface="Abadi"/>
              <a:ea typeface="Arial"/>
              <a:cs typeface="Arial"/>
            </a:endParaRPr>
          </a:p>
          <a:p>
            <a:pPr marL="342900" lvl="0" indent="-342900" algn="just" rtl="0">
              <a:lnSpc>
                <a:spcPts val="1500"/>
              </a:lnSpc>
              <a:buAutoNum type="arabicPeriod"/>
            </a:pPr>
            <a:r>
              <a:rPr lang="en-US" sz="1600" i="0" u="none" strike="noStrike" baseline="0">
                <a:solidFill>
                  <a:srgbClr val="000000"/>
                </a:solidFill>
                <a:latin typeface="Abadi"/>
                <a:ea typeface="Arial"/>
                <a:cs typeface="Arial"/>
              </a:rPr>
              <a:t>MFIM structures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badi"/>
                <a:ea typeface="Arial"/>
                <a:cs typeface="Arial"/>
              </a:rPr>
              <a:t> separate switching and tunneling, but designers must balance oxide voltage, depolarization field, retention, and read current for optimal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787642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Box 6">
            <a:extLst>
              <a:ext uri="{FF2B5EF4-FFF2-40B4-BE49-F238E27FC236}">
                <a16:creationId xmlns:a16="http://schemas.microsoft.com/office/drawing/2014/main" id="{4EF7CED8-E664-E9F6-8F24-AE11D0CF8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504825"/>
            <a:ext cx="7064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latin typeface="Abadi"/>
                <a:ea typeface="MS PGothic"/>
              </a:rPr>
              <a:t>Gaps and Opportunities for Improvement</a:t>
            </a:r>
            <a:endParaRPr lang="en-US" altLang="en-US">
              <a:latin typeface="Abadi"/>
              <a:ea typeface="MS PGothic"/>
              <a:cs typeface="MS PGothic" panose="020B0600070205080204" pitchFamily="34" charset="-128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F688DDF5-8085-D2B9-2FCB-7E490C37D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975" y="1325116"/>
            <a:ext cx="8199438" cy="3539430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>
            <a:spAutoFit/>
          </a:bodyPr>
          <a:lstStyle/>
          <a:p>
            <a:pPr marL="342900" indent="-342900" algn="just">
              <a:buFont typeface="Courier New" panose="020B0604020202020204" pitchFamily="34" charset="0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Current results are </a:t>
            </a:r>
            <a:r>
              <a:rPr lang="en-US" altLang="en-US" sz="1600" b="1">
                <a:latin typeface="Abadi"/>
                <a:ea typeface="MS PGothic"/>
              </a:rPr>
              <a:t>simulation-based</a:t>
            </a:r>
            <a:r>
              <a:rPr lang="en-US" altLang="en-US" sz="1600">
                <a:latin typeface="Abadi"/>
                <a:ea typeface="MS PGothic"/>
              </a:rPr>
              <a:t>; no real devices or prototypes have been tested, including </a:t>
            </a:r>
            <a:r>
              <a:rPr lang="en-US" altLang="en-US" sz="1600" err="1">
                <a:latin typeface="Abadi"/>
                <a:ea typeface="MS PGothic"/>
              </a:rPr>
              <a:t>FeFETs</a:t>
            </a:r>
            <a:r>
              <a:rPr lang="en-US" altLang="en-US" sz="1600">
                <a:latin typeface="Abadi"/>
                <a:ea typeface="MS PGothic"/>
              </a:rPr>
              <a:t> with low-doped channels.</a:t>
            </a:r>
            <a:endParaRPr lang="en-US" sz="1600">
              <a:latin typeface="Abadi"/>
              <a:ea typeface="MS PGothic"/>
            </a:endParaRPr>
          </a:p>
          <a:p>
            <a:pPr marL="285750" indent="-285750" algn="just">
              <a:buFont typeface="Courier New"/>
              <a:buChar char="o"/>
              <a:defRPr/>
            </a:pPr>
            <a:endParaRPr lang="en-US" altLang="en-US" sz="1600">
              <a:latin typeface="Abadi"/>
            </a:endParaRPr>
          </a:p>
          <a:p>
            <a:pPr marL="342900" indent="-342900" algn="just">
              <a:buFont typeface="Courier New" panose="020B0604020202020204" pitchFamily="34" charset="0"/>
              <a:buChar char="o"/>
              <a:defRPr/>
            </a:pPr>
            <a:r>
              <a:rPr lang="en-US" altLang="en-US" sz="1600" b="1">
                <a:latin typeface="Abadi"/>
                <a:ea typeface="MS PGothic"/>
              </a:rPr>
              <a:t>Effects of thermal noise, parasitic elements, and large-scale array behavior</a:t>
            </a:r>
            <a:r>
              <a:rPr lang="en-US" altLang="en-US" sz="1600">
                <a:latin typeface="Abadi"/>
                <a:ea typeface="MS PGothic"/>
              </a:rPr>
              <a:t> are not fully explored.</a:t>
            </a:r>
          </a:p>
          <a:p>
            <a:pPr marL="285750" indent="-285750" algn="just">
              <a:buFont typeface="Courier New"/>
              <a:buChar char="o"/>
              <a:defRPr/>
            </a:pPr>
            <a:endParaRPr lang="en-US" altLang="en-US" sz="1600">
              <a:latin typeface="Abadi"/>
            </a:endParaRPr>
          </a:p>
          <a:p>
            <a:pPr marL="342900" indent="-342900" algn="just">
              <a:buFont typeface="Courier New" panose="020B0604020202020204" pitchFamily="34" charset="0"/>
              <a:buChar char="o"/>
              <a:defRPr/>
            </a:pPr>
            <a:r>
              <a:rPr lang="en-US" altLang="en-US" sz="1600">
                <a:latin typeface="Abadi"/>
                <a:ea typeface="MS PGothic"/>
              </a:rPr>
              <a:t>FTJs face challenges in </a:t>
            </a:r>
            <a:r>
              <a:rPr lang="en-US" altLang="en-US" sz="1600" b="1">
                <a:latin typeface="Abadi"/>
                <a:ea typeface="MS PGothic"/>
              </a:rPr>
              <a:t>retention and depolarization stability</a:t>
            </a:r>
            <a:r>
              <a:rPr lang="en-US" altLang="en-US" sz="1600">
                <a:latin typeface="Abadi"/>
                <a:ea typeface="MS PGothic"/>
              </a:rPr>
              <a:t>, and long-term reliability of NC transistors remains untested.</a:t>
            </a:r>
          </a:p>
          <a:p>
            <a:pPr marL="285750" indent="-285750" algn="just">
              <a:buFont typeface="Courier New"/>
              <a:buChar char="o"/>
              <a:defRPr/>
            </a:pPr>
            <a:endParaRPr lang="en-US" altLang="en-US" sz="1600">
              <a:latin typeface="Abadi"/>
            </a:endParaRPr>
          </a:p>
          <a:p>
            <a:pPr marL="285750" indent="-285750" algn="just">
              <a:buFont typeface="Courier New" panose="020B0604020202020204" pitchFamily="34" charset="0"/>
              <a:buChar char="o"/>
              <a:defRPr/>
            </a:pPr>
            <a:r>
              <a:rPr lang="en-US" sz="1600">
                <a:latin typeface="Abadi"/>
                <a:ea typeface="MS PGothic"/>
              </a:rPr>
              <a:t>Build and test actual device prototypes, optimizing fabrication and integration with standard CMOS technology.</a:t>
            </a:r>
          </a:p>
          <a:p>
            <a:pPr marL="285750" indent="-285750" algn="just">
              <a:buFont typeface="Courier New"/>
              <a:buChar char="o"/>
              <a:defRPr/>
            </a:pPr>
            <a:endParaRPr lang="en-US" sz="1600">
              <a:latin typeface="Abadi"/>
            </a:endParaRPr>
          </a:p>
          <a:p>
            <a:pPr marL="285750" indent="-285750" algn="just">
              <a:buFont typeface="Courier New" panose="020B0604020202020204" pitchFamily="34" charset="0"/>
              <a:buChar char="o"/>
              <a:defRPr/>
            </a:pPr>
            <a:r>
              <a:rPr lang="en-US" sz="1600">
                <a:latin typeface="Abadi"/>
                <a:ea typeface="MS PGothic"/>
              </a:rPr>
              <a:t>Study and improve device performance under real conditions, including thermal noise, </a:t>
            </a:r>
            <a:r>
              <a:rPr lang="en-US" sz="1600" err="1">
                <a:latin typeface="Abadi"/>
                <a:ea typeface="MS PGothic"/>
              </a:rPr>
              <a:t>parasitics</a:t>
            </a:r>
            <a:r>
              <a:rPr lang="en-US" sz="1600">
                <a:latin typeface="Abadi"/>
                <a:ea typeface="MS PGothic"/>
              </a:rPr>
              <a:t>, and large-scale array behavior, ensuring reliable operation over time.</a:t>
            </a:r>
            <a:endParaRPr lang="en-US" altLang="en-US" sz="1600">
              <a:latin typeface="Abadi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560157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951DA4-C2A5-5A8D-C311-0A3B0C4616F9}"/>
              </a:ext>
            </a:extLst>
          </p:cNvPr>
          <p:cNvSpPr txBox="1"/>
          <p:nvPr/>
        </p:nvSpPr>
        <p:spPr>
          <a:xfrm>
            <a:off x="158211" y="772466"/>
            <a:ext cx="8827578" cy="56630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600" dirty="0">
                <a:latin typeface="Abadi"/>
                <a:ea typeface="MS PGothic"/>
              </a:rPr>
              <a:t>[1] M. Bohr and I. Young, “CMOS scaling trends and beyond”, </a:t>
            </a:r>
            <a:r>
              <a:rPr lang="en-IN" sz="1600" i="1" dirty="0">
                <a:latin typeface="Abadi"/>
                <a:ea typeface="MS PGothic"/>
              </a:rPr>
              <a:t>IEEE Micro</a:t>
            </a:r>
            <a:r>
              <a:rPr lang="en-IN" sz="1600" dirty="0">
                <a:latin typeface="Abadi"/>
                <a:ea typeface="MS PGothic"/>
              </a:rPr>
              <a:t>, 2017</a:t>
            </a:r>
            <a:endParaRPr lang="en-US" sz="1600" dirty="0">
              <a:latin typeface="Abadi"/>
              <a:ea typeface="MS PGothic"/>
            </a:endParaRPr>
          </a:p>
          <a:p>
            <a:r>
              <a:rPr lang="en-IN" sz="1600" dirty="0">
                <a:latin typeface="Abadi"/>
                <a:ea typeface="MS PGothic"/>
              </a:rPr>
              <a:t>[2] Y. Taur and T. H. Ning, </a:t>
            </a:r>
            <a:r>
              <a:rPr lang="en-IN" sz="1600" i="1" dirty="0">
                <a:latin typeface="Abadi"/>
                <a:ea typeface="MS PGothic"/>
              </a:rPr>
              <a:t>Fundamentals of Modern VLSI Devices</a:t>
            </a:r>
            <a:r>
              <a:rPr lang="en-IN" sz="1600" dirty="0">
                <a:latin typeface="Abadi"/>
                <a:ea typeface="MS PGothic"/>
              </a:rPr>
              <a:t>, 2009</a:t>
            </a:r>
          </a:p>
          <a:p>
            <a:r>
              <a:rPr lang="en-IN" sz="1600" dirty="0">
                <a:latin typeface="Abadi"/>
                <a:ea typeface="MS PGothic"/>
              </a:rPr>
              <a:t>[3] D. Hisamoto </a:t>
            </a:r>
            <a:r>
              <a:rPr lang="en-IN" sz="1600" i="1" dirty="0">
                <a:latin typeface="Abadi"/>
                <a:ea typeface="MS PGothic"/>
              </a:rPr>
              <a:t>et al.</a:t>
            </a:r>
            <a:r>
              <a:rPr lang="en-IN" sz="1600" dirty="0">
                <a:latin typeface="Abadi"/>
                <a:ea typeface="MS PGothic"/>
              </a:rPr>
              <a:t>, “</a:t>
            </a:r>
            <a:r>
              <a:rPr lang="en-IN" sz="1600" dirty="0" err="1">
                <a:latin typeface="Abadi"/>
                <a:ea typeface="MS PGothic"/>
              </a:rPr>
              <a:t>FinFET</a:t>
            </a:r>
            <a:r>
              <a:rPr lang="en-IN" sz="1600" dirty="0">
                <a:latin typeface="Abadi"/>
                <a:ea typeface="MS PGothic"/>
              </a:rPr>
              <a:t>—A self-aligned double-gate MOSFET scalable to 20 nm,” </a:t>
            </a:r>
            <a:r>
              <a:rPr lang="en-IN" sz="1600" i="1" dirty="0">
                <a:latin typeface="Abadi"/>
                <a:ea typeface="MS PGothic"/>
              </a:rPr>
              <a:t>IEEE TED </a:t>
            </a:r>
            <a:r>
              <a:rPr lang="en-IN" sz="1600" dirty="0">
                <a:latin typeface="Abadi"/>
                <a:ea typeface="MS PGothic"/>
              </a:rPr>
              <a:t>2000</a:t>
            </a:r>
            <a:br>
              <a:rPr lang="en-IN" sz="1600" dirty="0">
                <a:latin typeface="Abadi" panose="020B0604020104020204" pitchFamily="34" charset="0"/>
              </a:rPr>
            </a:br>
            <a:r>
              <a:rPr lang="en-IN" sz="1600" dirty="0">
                <a:latin typeface="Abadi"/>
                <a:ea typeface="MS PGothic"/>
              </a:rPr>
              <a:t>[4] Q. Zhang </a:t>
            </a:r>
            <a:r>
              <a:rPr lang="en-IN" sz="1600" i="1" dirty="0">
                <a:latin typeface="Abadi"/>
                <a:ea typeface="MS PGothic"/>
              </a:rPr>
              <a:t>et al.</a:t>
            </a:r>
            <a:r>
              <a:rPr lang="en-IN" sz="1600" dirty="0">
                <a:latin typeface="Abadi"/>
                <a:ea typeface="MS PGothic"/>
              </a:rPr>
              <a:t>, “New structure transistors for advanced node CMOS ICs,” </a:t>
            </a:r>
            <a:r>
              <a:rPr lang="en-IN" sz="1600" i="1" dirty="0">
                <a:latin typeface="Abadi"/>
                <a:ea typeface="MS PGothic"/>
              </a:rPr>
              <a:t>Nat. Sci. Rev.</a:t>
            </a:r>
            <a:r>
              <a:rPr lang="en-IN" sz="1600" dirty="0">
                <a:latin typeface="Abadi"/>
                <a:ea typeface="MS PGothic"/>
              </a:rPr>
              <a:t>, 2024</a:t>
            </a:r>
            <a:br>
              <a:rPr lang="en-IN" sz="1600" dirty="0">
                <a:latin typeface="Abadi" panose="020B0604020104020204" pitchFamily="34" charset="0"/>
              </a:rPr>
            </a:br>
            <a:r>
              <a:rPr lang="en-IN" sz="1600" dirty="0">
                <a:latin typeface="Abadi"/>
                <a:ea typeface="MS PGothic"/>
              </a:rPr>
              <a:t>[5] J. P. Duarte </a:t>
            </a:r>
            <a:r>
              <a:rPr lang="en-IN" sz="1600" i="1" dirty="0">
                <a:latin typeface="Abadi"/>
                <a:ea typeface="MS PGothic"/>
              </a:rPr>
              <a:t>et al.</a:t>
            </a:r>
            <a:r>
              <a:rPr lang="en-IN" sz="1600" dirty="0">
                <a:latin typeface="Abadi"/>
                <a:ea typeface="MS PGothic"/>
              </a:rPr>
              <a:t>, “DTCO for nanosheet transistors,” </a:t>
            </a:r>
            <a:r>
              <a:rPr lang="en-IN" sz="1600" i="1" dirty="0">
                <a:latin typeface="Abadi"/>
                <a:ea typeface="MS PGothic"/>
              </a:rPr>
              <a:t>IEEE TED</a:t>
            </a:r>
            <a:r>
              <a:rPr lang="en-IN" sz="1600" dirty="0">
                <a:latin typeface="Abadi"/>
                <a:ea typeface="MS PGothic"/>
              </a:rPr>
              <a:t>, 2023</a:t>
            </a:r>
          </a:p>
          <a:p>
            <a:r>
              <a:rPr lang="en-IN" sz="1600" dirty="0">
                <a:latin typeface="Abadi"/>
                <a:ea typeface="MS PGothic"/>
              </a:rPr>
              <a:t>[6] T. S. </a:t>
            </a:r>
            <a:r>
              <a:rPr lang="en-IN" sz="1600" dirty="0" err="1">
                <a:latin typeface="Abadi"/>
                <a:ea typeface="MS PGothic"/>
              </a:rPr>
              <a:t>Böscke</a:t>
            </a:r>
            <a:r>
              <a:rPr lang="en-IN" sz="1600" dirty="0">
                <a:latin typeface="Abadi"/>
                <a:ea typeface="MS PGothic"/>
              </a:rPr>
              <a:t> </a:t>
            </a:r>
            <a:r>
              <a:rPr lang="en-IN" sz="1600" i="1" dirty="0">
                <a:latin typeface="Abadi"/>
                <a:ea typeface="MS PGothic"/>
              </a:rPr>
              <a:t>et al.</a:t>
            </a:r>
            <a:r>
              <a:rPr lang="en-IN" sz="1600" dirty="0">
                <a:latin typeface="Abadi"/>
                <a:ea typeface="MS PGothic"/>
              </a:rPr>
              <a:t>, “Ferroelectricity in </a:t>
            </a:r>
            <a:r>
              <a:rPr lang="en-IN" sz="1600" dirty="0" err="1">
                <a:latin typeface="Abadi"/>
                <a:ea typeface="MS PGothic"/>
              </a:rPr>
              <a:t>HfO</a:t>
            </a:r>
            <a:r>
              <a:rPr lang="en-IN" sz="1600" dirty="0">
                <a:latin typeface="Abadi"/>
                <a:ea typeface="MS PGothic"/>
              </a:rPr>
              <a:t>₂ thin films,” </a:t>
            </a:r>
            <a:r>
              <a:rPr lang="en-IN" sz="1600" i="1" dirty="0">
                <a:latin typeface="Abadi"/>
                <a:ea typeface="MS PGothic"/>
              </a:rPr>
              <a:t>Appl. Phys. Lett.</a:t>
            </a:r>
            <a:r>
              <a:rPr lang="en-IN" sz="1600" dirty="0">
                <a:latin typeface="Abadi"/>
                <a:ea typeface="MS PGothic"/>
              </a:rPr>
              <a:t>, 2011</a:t>
            </a:r>
          </a:p>
          <a:p>
            <a:pPr marL="15875" lvl="1" algn="just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Abadi"/>
                <a:ea typeface="MS PGothic"/>
              </a:rPr>
              <a:t>[7] Rui He, </a:t>
            </a:r>
            <a:r>
              <a:rPr lang="en-US" sz="1600" dirty="0" err="1">
                <a:latin typeface="Abadi"/>
                <a:ea typeface="MS PGothic"/>
              </a:rPr>
              <a:t>Inpyo</a:t>
            </a:r>
            <a:r>
              <a:rPr lang="en-US" sz="1600" dirty="0">
                <a:latin typeface="Abadi"/>
                <a:ea typeface="MS PGothic"/>
              </a:rPr>
              <a:t> Hong, Sangmo Kim, Chung Wung Bark, "Review on recent developments in the ferroelectric material SrMnO3", Elsevier, 2025.</a:t>
            </a:r>
            <a:endParaRPr lang="en-US" sz="1600" dirty="0">
              <a:latin typeface="Abadi" panose="020B0604020104020204" pitchFamily="34" charset="0"/>
            </a:endParaRPr>
          </a:p>
          <a:p>
            <a:pPr marL="15875" lvl="1" algn="just">
              <a:spcAft>
                <a:spcPts val="600"/>
              </a:spcAft>
            </a:pPr>
            <a:r>
              <a:rPr lang="en-US" sz="1600" dirty="0">
                <a:latin typeface="Abadi"/>
                <a:ea typeface="MS PGothic"/>
              </a:rPr>
              <a:t>[8] </a:t>
            </a:r>
            <a:r>
              <a:rPr lang="en-US" sz="1600" dirty="0" err="1">
                <a:latin typeface="Abadi"/>
                <a:ea typeface="MS PGothic"/>
              </a:rPr>
              <a:t>Yangchang</a:t>
            </a:r>
            <a:r>
              <a:rPr lang="en-US" sz="1600" dirty="0">
                <a:latin typeface="Abadi"/>
                <a:ea typeface="MS PGothic"/>
              </a:rPr>
              <a:t> Zhou, </a:t>
            </a:r>
            <a:r>
              <a:rPr lang="en-IN" sz="1600" dirty="0" err="1">
                <a:latin typeface="Abadi"/>
                <a:ea typeface="MS PGothic"/>
              </a:rPr>
              <a:t>Ruiqing</a:t>
            </a:r>
            <a:r>
              <a:rPr lang="en-IN" sz="1600" dirty="0">
                <a:latin typeface="Abadi"/>
                <a:ea typeface="MS PGothic"/>
              </a:rPr>
              <a:t> Cheng, Hao Wang, </a:t>
            </a:r>
            <a:r>
              <a:rPr lang="en-IN" sz="1600" dirty="0" err="1">
                <a:latin typeface="Abadi"/>
                <a:ea typeface="MS PGothic"/>
              </a:rPr>
              <a:t>Baoxing</a:t>
            </a:r>
            <a:r>
              <a:rPr lang="en-IN" sz="1600" dirty="0">
                <a:latin typeface="Abadi"/>
                <a:ea typeface="MS PGothic"/>
              </a:rPr>
              <a:t> Zhai, Lei Yin, Yao Wen, Yawei </a:t>
            </a:r>
            <a:r>
              <a:rPr lang="en-IN" sz="1600" dirty="0" err="1">
                <a:latin typeface="Abadi"/>
                <a:ea typeface="MS PGothic"/>
              </a:rPr>
              <a:t>Lv</a:t>
            </a:r>
            <a:r>
              <a:rPr lang="en-IN" sz="1600" dirty="0">
                <a:latin typeface="Abadi"/>
                <a:ea typeface="MS PGothic"/>
              </a:rPr>
              <a:t> and Jun He, "van der Waals Epitaxial Growth of One-Unit-Cell-Thick Ferroelectric CuCrS2 Nanosheets", </a:t>
            </a:r>
            <a:r>
              <a:rPr lang="en-IN" sz="1600" dirty="0" err="1">
                <a:latin typeface="Abadi"/>
                <a:ea typeface="MS PGothic"/>
              </a:rPr>
              <a:t>Nanoletters</a:t>
            </a:r>
            <a:r>
              <a:rPr lang="en-IN" sz="1600" dirty="0">
                <a:latin typeface="Abadi"/>
                <a:ea typeface="MS PGothic"/>
              </a:rPr>
              <a:t>, 2024.</a:t>
            </a:r>
          </a:p>
          <a:p>
            <a:pPr marL="15875" lvl="1" algn="just">
              <a:spcAft>
                <a:spcPts val="600"/>
              </a:spcAft>
            </a:pPr>
            <a:r>
              <a:rPr lang="en-IN" sz="1600" dirty="0">
                <a:latin typeface="Abadi"/>
                <a:ea typeface="MS PGothic"/>
              </a:rPr>
              <a:t>[9] </a:t>
            </a:r>
            <a:r>
              <a:rPr lang="en-IN" sz="1600" dirty="0" err="1">
                <a:latin typeface="Abadi"/>
                <a:ea typeface="MS PGothic"/>
              </a:rPr>
              <a:t>Kaiqi</a:t>
            </a:r>
            <a:r>
              <a:rPr lang="en-IN" sz="1600" dirty="0">
                <a:latin typeface="Abadi"/>
                <a:ea typeface="MS PGothic"/>
              </a:rPr>
              <a:t> Zhu, Fu </a:t>
            </a:r>
            <a:r>
              <a:rPr lang="en-IN" sz="1600" dirty="0" err="1">
                <a:latin typeface="Abadi"/>
                <a:ea typeface="MS PGothic"/>
              </a:rPr>
              <a:t>Lv</a:t>
            </a:r>
            <a:r>
              <a:rPr lang="en-IN" sz="1600" dirty="0">
                <a:latin typeface="Abadi"/>
                <a:ea typeface="MS PGothic"/>
              </a:rPr>
              <a:t>, </a:t>
            </a:r>
            <a:r>
              <a:rPr lang="en-IN" sz="1600" dirty="0" err="1">
                <a:latin typeface="Abadi"/>
                <a:ea typeface="MS PGothic"/>
              </a:rPr>
              <a:t>Jiamin</a:t>
            </a:r>
            <a:r>
              <a:rPr lang="en-IN" sz="1600" dirty="0">
                <a:latin typeface="Abadi"/>
                <a:ea typeface="MS PGothic"/>
              </a:rPr>
              <a:t> Lin, </a:t>
            </a:r>
            <a:r>
              <a:rPr lang="en-IN" sz="1600" dirty="0" err="1">
                <a:latin typeface="Abadi"/>
                <a:ea typeface="MS PGothic"/>
              </a:rPr>
              <a:t>Ziajian</a:t>
            </a:r>
            <a:r>
              <a:rPr lang="en-IN" sz="1600" dirty="0">
                <a:latin typeface="Abadi"/>
                <a:ea typeface="MS PGothic"/>
              </a:rPr>
              <a:t> Hong, </a:t>
            </a:r>
            <a:r>
              <a:rPr lang="en-IN" sz="1600" dirty="0" err="1">
                <a:latin typeface="Abadi"/>
                <a:ea typeface="MS PGothic"/>
              </a:rPr>
              <a:t>Yonngjun</a:t>
            </a:r>
            <a:r>
              <a:rPr lang="en-IN" sz="1600" dirty="0">
                <a:latin typeface="Abadi"/>
                <a:ea typeface="MS PGothic"/>
              </a:rPr>
              <a:t> Wu, Yuhui Huang, "Optimization of electro-strain and ferroelectric properties of P (VDF-</a:t>
            </a:r>
            <a:r>
              <a:rPr lang="en-IN" sz="1600" dirty="0" err="1">
                <a:latin typeface="Abadi"/>
                <a:ea typeface="MS PGothic"/>
              </a:rPr>
              <a:t>TrFe</a:t>
            </a:r>
            <a:r>
              <a:rPr lang="en-IN" sz="1600" dirty="0">
                <a:latin typeface="Abadi"/>
                <a:ea typeface="MS PGothic"/>
              </a:rPr>
              <a:t>) films under the synergistic effect of PTO nanosheets and in-situ electrostatic field", </a:t>
            </a:r>
            <a:r>
              <a:rPr lang="en-US" sz="1600" dirty="0">
                <a:latin typeface="Abadi"/>
                <a:ea typeface="MS PGothic"/>
              </a:rPr>
              <a:t>Elsevier,2025.</a:t>
            </a:r>
            <a:endParaRPr lang="en-IN" sz="1600" dirty="0">
              <a:latin typeface="Abadi" panose="020B0604020104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IN" sz="1600" dirty="0">
                <a:latin typeface="Abadi"/>
                <a:ea typeface="MS PGothic"/>
              </a:rPr>
              <a:t>[10] B. Kwak, D. Kwon, and H. Kim, "Signal-Processing Application Based on Ferroelectric Tunnel Field-Effect Transistor," in IEEE Transactions on Nanotechnology, vol. 23, pp. 562-566, 2024.</a:t>
            </a:r>
            <a:endParaRPr lang="en-IN" sz="1600" dirty="0">
              <a:latin typeface="Abadi" panose="020B0604020104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1600" dirty="0">
                <a:latin typeface="Abadi"/>
                <a:ea typeface="MS PGothic"/>
              </a:rPr>
              <a:t>[11] </a:t>
            </a:r>
            <a:r>
              <a:rPr lang="en-IN" sz="1600" dirty="0" err="1">
                <a:latin typeface="Abadi"/>
                <a:ea typeface="MS PGothic"/>
              </a:rPr>
              <a:t>Esseni</a:t>
            </a:r>
            <a:r>
              <a:rPr lang="en-IN" sz="1600" dirty="0">
                <a:latin typeface="Abadi"/>
                <a:ea typeface="MS PGothic"/>
              </a:rPr>
              <a:t>, D. &amp; Fontanini, Riccardo &amp; </a:t>
            </a:r>
            <a:r>
              <a:rPr lang="en-IN" sz="1600" dirty="0" err="1">
                <a:latin typeface="Abadi"/>
                <a:ea typeface="MS PGothic"/>
              </a:rPr>
              <a:t>Lizzit</a:t>
            </a:r>
            <a:r>
              <a:rPr lang="en-IN" sz="1600" dirty="0">
                <a:latin typeface="Abadi"/>
                <a:ea typeface="MS PGothic"/>
              </a:rPr>
              <a:t>, Daniel &amp; </a:t>
            </a:r>
            <a:r>
              <a:rPr lang="en-IN" sz="1600" dirty="0" err="1">
                <a:latin typeface="Abadi"/>
                <a:ea typeface="MS PGothic"/>
              </a:rPr>
              <a:t>Massarotto</a:t>
            </a:r>
            <a:r>
              <a:rPr lang="en-IN" sz="1600" dirty="0">
                <a:latin typeface="Abadi"/>
                <a:ea typeface="MS PGothic"/>
              </a:rPr>
              <a:t>, Marco &amp; </a:t>
            </a:r>
            <a:r>
              <a:rPr lang="en-IN" sz="1600" dirty="0" err="1">
                <a:latin typeface="Abadi"/>
                <a:ea typeface="MS PGothic"/>
              </a:rPr>
              <a:t>Driussi</a:t>
            </a:r>
            <a:r>
              <a:rPr lang="en-IN" sz="1600" dirty="0">
                <a:latin typeface="Abadi"/>
                <a:ea typeface="MS PGothic"/>
              </a:rPr>
              <a:t>, Francesco &amp; </a:t>
            </a:r>
            <a:r>
              <a:rPr lang="en-IN" sz="1600" dirty="0" err="1">
                <a:latin typeface="Abadi"/>
                <a:ea typeface="MS PGothic"/>
              </a:rPr>
              <a:t>Loghi</a:t>
            </a:r>
            <a:r>
              <a:rPr lang="en-IN" sz="1600" dirty="0">
                <a:latin typeface="Abadi"/>
                <a:ea typeface="MS PGothic"/>
              </a:rPr>
              <a:t>, Mirko. (2021). Ferroelectric-based FETs and synaptic devices for highly energy-efficient  computational-technologies.</a:t>
            </a:r>
            <a:br>
              <a:rPr lang="en-IN" sz="1600" dirty="0">
                <a:latin typeface="Abadi" panose="020B0604020104020204" pitchFamily="34" charset="0"/>
              </a:rPr>
            </a:br>
            <a:br>
              <a:rPr lang="en-IN" sz="1600" dirty="0">
                <a:latin typeface="Abadi" panose="020B0604020104020204" pitchFamily="34" charset="0"/>
              </a:rPr>
            </a:br>
            <a:endParaRPr lang="en-IN" sz="1600" dirty="0"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8B97F-200A-4EE0-8FB9-F0599605FEAC}"/>
              </a:ext>
            </a:extLst>
          </p:cNvPr>
          <p:cNvSpPr txBox="1"/>
          <p:nvPr/>
        </p:nvSpPr>
        <p:spPr>
          <a:xfrm>
            <a:off x="158211" y="31080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badi" panose="020B0604020104020204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119633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4">
            <a:extLst>
              <a:ext uri="{FF2B5EF4-FFF2-40B4-BE49-F238E27FC236}">
                <a16:creationId xmlns:a16="http://schemas.microsoft.com/office/drawing/2014/main" id="{5EA2E852-8075-5001-D910-500986697015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2534295" y="269308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b="1" cap="none">
                <a:latin typeface="Century Schoolbook"/>
                <a:ea typeface="MS PGothic"/>
                <a:cs typeface="Frutiger LT 55 Roman" pitchFamily="34" charset="0"/>
              </a:rPr>
              <a:t>THANK YOU</a:t>
            </a:r>
            <a:endParaRPr lang="en-US" altLang="en-US" b="1" cap="none">
              <a:latin typeface="Century Schoolbook"/>
              <a:cs typeface="Frutiger LT 55 Roman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BB9BD215CF324D9F8C4A0ED631CDDB" ma:contentTypeVersion="2" ma:contentTypeDescription="Create a new document." ma:contentTypeScope="" ma:versionID="08e40e86df27b0257f6045eaa896db86">
  <xsd:schema xmlns:xsd="http://www.w3.org/2001/XMLSchema" xmlns:xs="http://www.w3.org/2001/XMLSchema" xmlns:p="http://schemas.microsoft.com/office/2006/metadata/properties" xmlns:ns2="5f0c94e0-4c49-41c3-8959-c2ad4830b589" targetNamespace="http://schemas.microsoft.com/office/2006/metadata/properties" ma:root="true" ma:fieldsID="6c16d9936e91a705eae1b1216d4ff849" ns2:_="">
    <xsd:import namespace="5f0c94e0-4c49-41c3-8959-c2ad4830b5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94e0-4c49-41c3-8959-c2ad4830b5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56CA2A-B939-45B7-AA12-6B2323D15A2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86A7AD-9B2B-4847-B40A-52E768B35B86}">
  <ds:schemaRefs>
    <ds:schemaRef ds:uri="5f0c94e0-4c49-41c3-8959-c2ad4830b5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2955</Words>
  <Application>Microsoft Office PowerPoint</Application>
  <PresentationFormat>On-screen Show (4:3)</PresentationFormat>
  <Paragraphs>211</Paragraphs>
  <Slides>28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28</vt:i4>
      </vt:variant>
    </vt:vector>
  </HeadingPairs>
  <TitlesOfParts>
    <vt:vector size="45" baseType="lpstr">
      <vt:lpstr>Abadi</vt:lpstr>
      <vt:lpstr>Arial</vt:lpstr>
      <vt:lpstr>Arial Unicode MS</vt:lpstr>
      <vt:lpstr>Baskerville Old Face</vt:lpstr>
      <vt:lpstr>Book Antiqua</vt:lpstr>
      <vt:lpstr>Calibri</vt:lpstr>
      <vt:lpstr>Cambria</vt:lpstr>
      <vt:lpstr>Cambria Math</vt:lpstr>
      <vt:lpstr>Century Gothic</vt:lpstr>
      <vt:lpstr>Century Schoolbook</vt:lpstr>
      <vt:lpstr>Courier New</vt:lpstr>
      <vt:lpstr>Frutiger LT 55 Roman</vt:lpstr>
      <vt:lpstr>Custom Design</vt:lpstr>
      <vt:lpstr>1_Custom Design</vt:lpstr>
      <vt:lpstr>2_Custom Design</vt:lpstr>
      <vt:lpstr>3_Custom Design</vt:lpstr>
      <vt:lpstr>4_Custom Design</vt:lpstr>
      <vt:lpstr>MOS Devices Literature Review</vt:lpstr>
      <vt:lpstr>PowerPoint Presentation</vt:lpstr>
      <vt:lpstr>PowerPoint Presentation</vt:lpstr>
      <vt:lpstr>Planar MOSFET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>IRO</Manager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template</dc:title>
  <dc:subject>PowerPoint presentation template</dc:subject>
  <dc:creator>KPS</dc:creator>
  <cp:keywords>PowerPoint presentation template; ppt presentation template</cp:keywords>
  <cp:lastModifiedBy>Divya Gavane</cp:lastModifiedBy>
  <cp:revision>1</cp:revision>
  <dcterms:created xsi:type="dcterms:W3CDTF">2009-07-20T02:01:12Z</dcterms:created>
  <dcterms:modified xsi:type="dcterms:W3CDTF">2025-11-13T11:21:06Z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tegory0">
    <vt:lpwstr>Admin</vt:lpwstr>
  </property>
  <property fmtid="{D5CDD505-2E9C-101B-9397-08002B2CF9AE}" pid="3" name="Originator">
    <vt:lpwstr>1520</vt:lpwstr>
  </property>
  <property fmtid="{D5CDD505-2E9C-101B-9397-08002B2CF9AE}" pid="4" name="Date">
    <vt:lpwstr>2005-07-14T00:00:00Z</vt:lpwstr>
  </property>
  <property fmtid="{D5CDD505-2E9C-101B-9397-08002B2CF9AE}" pid="5" name="Sub-Category">
    <vt:lpwstr>Presentations</vt:lpwstr>
  </property>
  <property fmtid="{D5CDD505-2E9C-101B-9397-08002B2CF9AE}" pid="6" name="Remarks">
    <vt:lpwstr/>
  </property>
  <property fmtid="{D5CDD505-2E9C-101B-9397-08002B2CF9AE}" pid="7" name="Originator1">
    <vt:lpwstr>Kwek Puay Swan</vt:lpwstr>
  </property>
  <property fmtid="{D5CDD505-2E9C-101B-9397-08002B2CF9AE}" pid="8" name="TitusGUID">
    <vt:lpwstr>e0a2dee0-e9e4-492e-beae-21456fdb7fb4</vt:lpwstr>
  </property>
  <property fmtid="{D5CDD505-2E9C-101B-9397-08002B2CF9AE}" pid="9" name="CLASSIFICATION">
    <vt:lpwstr>NUS Restricted</vt:lpwstr>
  </property>
  <property fmtid="{D5CDD505-2E9C-101B-9397-08002B2CF9AE}" pid="10" name="TITUSMarking">
    <vt:lpwstr>None</vt:lpwstr>
  </property>
  <property fmtid="{D5CDD505-2E9C-101B-9397-08002B2CF9AE}" pid="11" name="IsSavedOnce">
    <vt:lpwstr>IsSavedOnceTrue</vt:lpwstr>
  </property>
  <property fmtid="{D5CDD505-2E9C-101B-9397-08002B2CF9AE}" pid="12" name="ExistingClassification">
    <vt:lpwstr>NUS Restricted</vt:lpwstr>
  </property>
  <property fmtid="{D5CDD505-2E9C-101B-9397-08002B2CF9AE}" pid="13" name="ExistingHeaderFooter">
    <vt:lpwstr>None</vt:lpwstr>
  </property>
</Properties>
</file>